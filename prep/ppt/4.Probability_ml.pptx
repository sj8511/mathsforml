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82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29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D80"/>
    <a:srgbClr val="F1F5E7"/>
    <a:srgbClr val="FEF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034" autoAdjust="0"/>
  </p:normalViewPr>
  <p:slideViewPr>
    <p:cSldViewPr snapToGrid="0" snapToObjects="1">
      <p:cViewPr varScale="1">
        <p:scale>
          <a:sx n="53" d="100"/>
          <a:sy n="53" d="100"/>
        </p:scale>
        <p:origin x="166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D7D82-4DA5-4938-AA4B-D0C9B4990C1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2AE7C18-10F5-4B0F-B2EF-9D1D7FA44A72}">
      <dgm:prSet phldrT="[Text]" phldr="0"/>
      <dgm:spPr/>
      <dgm:t>
        <a:bodyPr/>
        <a:lstStyle/>
        <a:p>
          <a:r>
            <a:rPr lang="en-US" dirty="0"/>
            <a:t>52 card deck</a:t>
          </a:r>
          <a:endParaRPr lang="en-IN" dirty="0"/>
        </a:p>
      </dgm:t>
    </dgm:pt>
    <dgm:pt modelId="{20131632-6D8E-4FE2-9C3E-5CD5D78D4E84}" type="parTrans" cxnId="{02225F36-B2F6-4220-AE6F-15DEFDC15FA7}">
      <dgm:prSet/>
      <dgm:spPr/>
      <dgm:t>
        <a:bodyPr/>
        <a:lstStyle/>
        <a:p>
          <a:endParaRPr lang="en-IN"/>
        </a:p>
      </dgm:t>
    </dgm:pt>
    <dgm:pt modelId="{6685EF12-96EC-406D-B02D-0B90CDD90C5B}" type="sibTrans" cxnId="{02225F36-B2F6-4220-AE6F-15DEFDC15FA7}">
      <dgm:prSet/>
      <dgm:spPr/>
      <dgm:t>
        <a:bodyPr/>
        <a:lstStyle/>
        <a:p>
          <a:endParaRPr lang="en-IN"/>
        </a:p>
      </dgm:t>
    </dgm:pt>
    <dgm:pt modelId="{70940ED9-DCD2-4FE2-8AD5-8BC5CC7E0DE8}">
      <dgm:prSet phldrT="[Text]" phldr="0"/>
      <dgm:spPr>
        <a:solidFill>
          <a:srgbClr val="FF0000"/>
        </a:solidFill>
      </dgm:spPr>
      <dgm:t>
        <a:bodyPr/>
        <a:lstStyle/>
        <a:p>
          <a:r>
            <a:rPr lang="en-US" dirty="0"/>
            <a:t>Diamonds</a:t>
          </a:r>
        </a:p>
        <a:p>
          <a:r>
            <a:rPr lang="en-IN" dirty="0"/>
            <a:t>13 cards</a:t>
          </a:r>
        </a:p>
      </dgm:t>
    </dgm:pt>
    <dgm:pt modelId="{AE8CCA3E-976B-4DA6-A7A6-03EF81175634}" type="parTrans" cxnId="{5CDD9A1A-2E6D-4871-A3BF-679A11416445}">
      <dgm:prSet/>
      <dgm:spPr/>
      <dgm:t>
        <a:bodyPr/>
        <a:lstStyle/>
        <a:p>
          <a:endParaRPr lang="en-IN"/>
        </a:p>
      </dgm:t>
    </dgm:pt>
    <dgm:pt modelId="{EBB4E4B1-1BF7-4B33-A039-01C99B379B64}" type="sibTrans" cxnId="{5CDD9A1A-2E6D-4871-A3BF-679A11416445}">
      <dgm:prSet/>
      <dgm:spPr/>
      <dgm:t>
        <a:bodyPr/>
        <a:lstStyle/>
        <a:p>
          <a:endParaRPr lang="en-IN"/>
        </a:p>
      </dgm:t>
    </dgm:pt>
    <dgm:pt modelId="{9CD084A1-FFFA-4923-A40B-D8C4B5E37594}">
      <dgm:prSet phldrT="[Text]" phldr="0"/>
      <dgm:spPr>
        <a:solidFill>
          <a:schemeClr val="tx1"/>
        </a:solidFill>
      </dgm:spPr>
      <dgm:t>
        <a:bodyPr/>
        <a:lstStyle/>
        <a:p>
          <a:r>
            <a:rPr lang="en-IN" dirty="0"/>
            <a:t>SPADES</a:t>
          </a:r>
        </a:p>
        <a:p>
          <a:r>
            <a:rPr lang="en-IN" dirty="0"/>
            <a:t>13 cards</a:t>
          </a:r>
        </a:p>
      </dgm:t>
    </dgm:pt>
    <dgm:pt modelId="{CAA7331E-D3E9-42B4-A481-D77330E03B07}" type="sibTrans" cxnId="{D338DDB3-8D01-4031-8B5E-8B2806F14411}">
      <dgm:prSet/>
      <dgm:spPr/>
      <dgm:t>
        <a:bodyPr/>
        <a:lstStyle/>
        <a:p>
          <a:endParaRPr lang="en-IN"/>
        </a:p>
      </dgm:t>
    </dgm:pt>
    <dgm:pt modelId="{24368BE6-477F-467C-A34C-99AA4940FA51}" type="parTrans" cxnId="{D338DDB3-8D01-4031-8B5E-8B2806F14411}">
      <dgm:prSet/>
      <dgm:spPr/>
      <dgm:t>
        <a:bodyPr/>
        <a:lstStyle/>
        <a:p>
          <a:endParaRPr lang="en-IN"/>
        </a:p>
      </dgm:t>
    </dgm:pt>
    <dgm:pt modelId="{FDEBFEE3-9FE9-4CB4-A3E1-BAB45A9374D7}">
      <dgm:prSet/>
      <dgm:spPr>
        <a:solidFill>
          <a:schemeClr val="tx1"/>
        </a:solidFill>
      </dgm:spPr>
      <dgm:t>
        <a:bodyPr/>
        <a:lstStyle/>
        <a:p>
          <a:r>
            <a:rPr lang="en-US" dirty="0"/>
            <a:t>CLUBS</a:t>
          </a:r>
        </a:p>
        <a:p>
          <a:r>
            <a:rPr lang="en-IN" dirty="0"/>
            <a:t>13  cards</a:t>
          </a:r>
        </a:p>
      </dgm:t>
    </dgm:pt>
    <dgm:pt modelId="{C6C266C1-C46D-4EEC-A684-A0805F75F2CC}" type="parTrans" cxnId="{7C0C9B0A-67B4-4791-8D7B-7E9B6A5892E4}">
      <dgm:prSet/>
      <dgm:spPr/>
      <dgm:t>
        <a:bodyPr/>
        <a:lstStyle/>
        <a:p>
          <a:endParaRPr lang="en-IN"/>
        </a:p>
      </dgm:t>
    </dgm:pt>
    <dgm:pt modelId="{22D807C1-4E7F-460C-8595-229D654666A1}" type="sibTrans" cxnId="{7C0C9B0A-67B4-4791-8D7B-7E9B6A5892E4}">
      <dgm:prSet/>
      <dgm:spPr/>
      <dgm:t>
        <a:bodyPr/>
        <a:lstStyle/>
        <a:p>
          <a:endParaRPr lang="en-IN"/>
        </a:p>
      </dgm:t>
    </dgm:pt>
    <dgm:pt modelId="{0DB32C46-D6F1-4143-B387-A3967DDFA33C}">
      <dgm:prSet/>
      <dgm:spPr>
        <a:solidFill>
          <a:srgbClr val="FF0000"/>
        </a:solidFill>
      </dgm:spPr>
      <dgm:t>
        <a:bodyPr/>
        <a:lstStyle/>
        <a:p>
          <a:r>
            <a:rPr lang="en-US" dirty="0"/>
            <a:t>HEARTS</a:t>
          </a:r>
        </a:p>
        <a:p>
          <a:r>
            <a:rPr lang="en-IN" dirty="0"/>
            <a:t>13 cards</a:t>
          </a:r>
        </a:p>
      </dgm:t>
    </dgm:pt>
    <dgm:pt modelId="{C41C30BC-C249-4197-9303-2D72777EB9A6}" type="parTrans" cxnId="{8303F45B-07F6-4C01-B147-C15353656AD1}">
      <dgm:prSet/>
      <dgm:spPr/>
      <dgm:t>
        <a:bodyPr/>
        <a:lstStyle/>
        <a:p>
          <a:endParaRPr lang="en-IN"/>
        </a:p>
      </dgm:t>
    </dgm:pt>
    <dgm:pt modelId="{AB8DD639-C723-4E00-957B-B92DEAA0257B}" type="sibTrans" cxnId="{8303F45B-07F6-4C01-B147-C15353656AD1}">
      <dgm:prSet/>
      <dgm:spPr/>
      <dgm:t>
        <a:bodyPr/>
        <a:lstStyle/>
        <a:p>
          <a:endParaRPr lang="en-IN"/>
        </a:p>
      </dgm:t>
    </dgm:pt>
    <dgm:pt modelId="{EDC281C9-DABB-4B80-AC40-B86FC71EA194}" type="pres">
      <dgm:prSet presAssocID="{BD9D7D82-4DA5-4938-AA4B-D0C9B4990C1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DE250F5-7551-461C-A22E-9A64F7760CC0}" type="pres">
      <dgm:prSet presAssocID="{BD9D7D82-4DA5-4938-AA4B-D0C9B4990C1A}" presName="hierFlow" presStyleCnt="0"/>
      <dgm:spPr/>
    </dgm:pt>
    <dgm:pt modelId="{A0E6A1B8-AED7-4071-843D-1FB45F775E38}" type="pres">
      <dgm:prSet presAssocID="{BD9D7D82-4DA5-4938-AA4B-D0C9B4990C1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70A984E-BEB1-4A19-8FE4-A6475787771B}" type="pres">
      <dgm:prSet presAssocID="{C2AE7C18-10F5-4B0F-B2EF-9D1D7FA44A72}" presName="Name14" presStyleCnt="0"/>
      <dgm:spPr/>
    </dgm:pt>
    <dgm:pt modelId="{AAE58070-6EF8-4D60-A392-8E9C84BA8B89}" type="pres">
      <dgm:prSet presAssocID="{C2AE7C18-10F5-4B0F-B2EF-9D1D7FA44A72}" presName="level1Shape" presStyleLbl="node0" presStyleIdx="0" presStyleCnt="1" custLinFactNeighborY="5726">
        <dgm:presLayoutVars>
          <dgm:chPref val="3"/>
        </dgm:presLayoutVars>
      </dgm:prSet>
      <dgm:spPr/>
    </dgm:pt>
    <dgm:pt modelId="{BCF7EA7C-A879-4E64-A54B-966E052997D9}" type="pres">
      <dgm:prSet presAssocID="{C2AE7C18-10F5-4B0F-B2EF-9D1D7FA44A72}" presName="hierChild2" presStyleCnt="0"/>
      <dgm:spPr/>
    </dgm:pt>
    <dgm:pt modelId="{6347875C-7675-476F-A7CE-96C261B15FE1}" type="pres">
      <dgm:prSet presAssocID="{24368BE6-477F-467C-A34C-99AA4940FA51}" presName="Name19" presStyleLbl="parChTrans1D2" presStyleIdx="0" presStyleCnt="4"/>
      <dgm:spPr/>
    </dgm:pt>
    <dgm:pt modelId="{81F100E5-4447-40F3-A9FF-208F03861D3E}" type="pres">
      <dgm:prSet presAssocID="{9CD084A1-FFFA-4923-A40B-D8C4B5E37594}" presName="Name21" presStyleCnt="0"/>
      <dgm:spPr/>
    </dgm:pt>
    <dgm:pt modelId="{C55D2BA1-B2DC-4E20-8B98-B9E48AC4D6DF}" type="pres">
      <dgm:prSet presAssocID="{9CD084A1-FFFA-4923-A40B-D8C4B5E37594}" presName="level2Shape" presStyleLbl="node2" presStyleIdx="0" presStyleCnt="4"/>
      <dgm:spPr/>
    </dgm:pt>
    <dgm:pt modelId="{62EDF9E6-386E-4F9C-A795-39F498519175}" type="pres">
      <dgm:prSet presAssocID="{9CD084A1-FFFA-4923-A40B-D8C4B5E37594}" presName="hierChild3" presStyleCnt="0"/>
      <dgm:spPr/>
    </dgm:pt>
    <dgm:pt modelId="{D0F8197C-D23D-4507-B59D-71722E0B62FE}" type="pres">
      <dgm:prSet presAssocID="{C6C266C1-C46D-4EEC-A684-A0805F75F2CC}" presName="Name19" presStyleLbl="parChTrans1D2" presStyleIdx="1" presStyleCnt="4"/>
      <dgm:spPr/>
    </dgm:pt>
    <dgm:pt modelId="{1C9778E0-E668-49C9-B5CF-B74721B92351}" type="pres">
      <dgm:prSet presAssocID="{FDEBFEE3-9FE9-4CB4-A3E1-BAB45A9374D7}" presName="Name21" presStyleCnt="0"/>
      <dgm:spPr/>
    </dgm:pt>
    <dgm:pt modelId="{E3842D37-30A9-4B3B-AD5E-DE745F3E15C5}" type="pres">
      <dgm:prSet presAssocID="{FDEBFEE3-9FE9-4CB4-A3E1-BAB45A9374D7}" presName="level2Shape" presStyleLbl="node2" presStyleIdx="1" presStyleCnt="4"/>
      <dgm:spPr/>
    </dgm:pt>
    <dgm:pt modelId="{96B7E71C-D3C8-4A51-A54E-74E80139F6A6}" type="pres">
      <dgm:prSet presAssocID="{FDEBFEE3-9FE9-4CB4-A3E1-BAB45A9374D7}" presName="hierChild3" presStyleCnt="0"/>
      <dgm:spPr/>
    </dgm:pt>
    <dgm:pt modelId="{CA4515B8-6D4A-489B-8DD1-181BD37D98E0}" type="pres">
      <dgm:prSet presAssocID="{C41C30BC-C249-4197-9303-2D72777EB9A6}" presName="Name19" presStyleLbl="parChTrans1D2" presStyleIdx="2" presStyleCnt="4"/>
      <dgm:spPr/>
    </dgm:pt>
    <dgm:pt modelId="{5FAE288F-5BB9-4E85-9B1F-07F2F5414498}" type="pres">
      <dgm:prSet presAssocID="{0DB32C46-D6F1-4143-B387-A3967DDFA33C}" presName="Name21" presStyleCnt="0"/>
      <dgm:spPr/>
    </dgm:pt>
    <dgm:pt modelId="{6B515FD0-DCCD-436B-81B4-2AB3359B4C39}" type="pres">
      <dgm:prSet presAssocID="{0DB32C46-D6F1-4143-B387-A3967DDFA33C}" presName="level2Shape" presStyleLbl="node2" presStyleIdx="2" presStyleCnt="4"/>
      <dgm:spPr/>
    </dgm:pt>
    <dgm:pt modelId="{683D8AEE-8367-4D16-9462-E6ECE72F57E2}" type="pres">
      <dgm:prSet presAssocID="{0DB32C46-D6F1-4143-B387-A3967DDFA33C}" presName="hierChild3" presStyleCnt="0"/>
      <dgm:spPr/>
    </dgm:pt>
    <dgm:pt modelId="{C8BB467B-A7F5-4ACD-8E33-364785955B19}" type="pres">
      <dgm:prSet presAssocID="{AE8CCA3E-976B-4DA6-A7A6-03EF81175634}" presName="Name19" presStyleLbl="parChTrans1D2" presStyleIdx="3" presStyleCnt="4"/>
      <dgm:spPr/>
    </dgm:pt>
    <dgm:pt modelId="{36080E7E-120A-4059-BC0B-019ED9CA2DFD}" type="pres">
      <dgm:prSet presAssocID="{70940ED9-DCD2-4FE2-8AD5-8BC5CC7E0DE8}" presName="Name21" presStyleCnt="0"/>
      <dgm:spPr/>
    </dgm:pt>
    <dgm:pt modelId="{3E1DF03C-1D23-4161-AE6C-70AC66BDAE3A}" type="pres">
      <dgm:prSet presAssocID="{70940ED9-DCD2-4FE2-8AD5-8BC5CC7E0DE8}" presName="level2Shape" presStyleLbl="node2" presStyleIdx="3" presStyleCnt="4"/>
      <dgm:spPr/>
    </dgm:pt>
    <dgm:pt modelId="{9C85A5A7-BEDF-47EA-91C4-FE48CA2B1516}" type="pres">
      <dgm:prSet presAssocID="{70940ED9-DCD2-4FE2-8AD5-8BC5CC7E0DE8}" presName="hierChild3" presStyleCnt="0"/>
      <dgm:spPr/>
    </dgm:pt>
    <dgm:pt modelId="{F29B2E49-92E3-4E8B-8867-FAF3D4C9679B}" type="pres">
      <dgm:prSet presAssocID="{BD9D7D82-4DA5-4938-AA4B-D0C9B4990C1A}" presName="bgShapesFlow" presStyleCnt="0"/>
      <dgm:spPr/>
    </dgm:pt>
  </dgm:ptLst>
  <dgm:cxnLst>
    <dgm:cxn modelId="{6E24CD05-9F91-48E8-8DFD-CC5DB6812823}" type="presOf" srcId="{C6C266C1-C46D-4EEC-A684-A0805F75F2CC}" destId="{D0F8197C-D23D-4507-B59D-71722E0B62FE}" srcOrd="0" destOrd="0" presId="urn:microsoft.com/office/officeart/2005/8/layout/hierarchy6"/>
    <dgm:cxn modelId="{7C0C9B0A-67B4-4791-8D7B-7E9B6A5892E4}" srcId="{C2AE7C18-10F5-4B0F-B2EF-9D1D7FA44A72}" destId="{FDEBFEE3-9FE9-4CB4-A3E1-BAB45A9374D7}" srcOrd="1" destOrd="0" parTransId="{C6C266C1-C46D-4EEC-A684-A0805F75F2CC}" sibTransId="{22D807C1-4E7F-460C-8595-229D654666A1}"/>
    <dgm:cxn modelId="{5CDD9A1A-2E6D-4871-A3BF-679A11416445}" srcId="{C2AE7C18-10F5-4B0F-B2EF-9D1D7FA44A72}" destId="{70940ED9-DCD2-4FE2-8AD5-8BC5CC7E0DE8}" srcOrd="3" destOrd="0" parTransId="{AE8CCA3E-976B-4DA6-A7A6-03EF81175634}" sibTransId="{EBB4E4B1-1BF7-4B33-A039-01C99B379B64}"/>
    <dgm:cxn modelId="{E62C991F-BB65-4617-ACF9-5F5D12BE04D4}" type="presOf" srcId="{C41C30BC-C249-4197-9303-2D72777EB9A6}" destId="{CA4515B8-6D4A-489B-8DD1-181BD37D98E0}" srcOrd="0" destOrd="0" presId="urn:microsoft.com/office/officeart/2005/8/layout/hierarchy6"/>
    <dgm:cxn modelId="{95AFDF25-CDE3-48EA-AE46-CC51874A6EAA}" type="presOf" srcId="{FDEBFEE3-9FE9-4CB4-A3E1-BAB45A9374D7}" destId="{E3842D37-30A9-4B3B-AD5E-DE745F3E15C5}" srcOrd="0" destOrd="0" presId="urn:microsoft.com/office/officeart/2005/8/layout/hierarchy6"/>
    <dgm:cxn modelId="{80D71727-868E-40C6-8F36-4D74D88CF26B}" type="presOf" srcId="{9CD084A1-FFFA-4923-A40B-D8C4B5E37594}" destId="{C55D2BA1-B2DC-4E20-8B98-B9E48AC4D6DF}" srcOrd="0" destOrd="0" presId="urn:microsoft.com/office/officeart/2005/8/layout/hierarchy6"/>
    <dgm:cxn modelId="{02225F36-B2F6-4220-AE6F-15DEFDC15FA7}" srcId="{BD9D7D82-4DA5-4938-AA4B-D0C9B4990C1A}" destId="{C2AE7C18-10F5-4B0F-B2EF-9D1D7FA44A72}" srcOrd="0" destOrd="0" parTransId="{20131632-6D8E-4FE2-9C3E-5CD5D78D4E84}" sibTransId="{6685EF12-96EC-406D-B02D-0B90CDD90C5B}"/>
    <dgm:cxn modelId="{4A8B0B3F-6C0D-4758-8EDA-FEA3E148B500}" type="presOf" srcId="{AE8CCA3E-976B-4DA6-A7A6-03EF81175634}" destId="{C8BB467B-A7F5-4ACD-8E33-364785955B19}" srcOrd="0" destOrd="0" presId="urn:microsoft.com/office/officeart/2005/8/layout/hierarchy6"/>
    <dgm:cxn modelId="{8303F45B-07F6-4C01-B147-C15353656AD1}" srcId="{C2AE7C18-10F5-4B0F-B2EF-9D1D7FA44A72}" destId="{0DB32C46-D6F1-4143-B387-A3967DDFA33C}" srcOrd="2" destOrd="0" parTransId="{C41C30BC-C249-4197-9303-2D72777EB9A6}" sibTransId="{AB8DD639-C723-4E00-957B-B92DEAA0257B}"/>
    <dgm:cxn modelId="{26C43D5E-3F49-4EFD-9E08-8E29622C60AB}" type="presOf" srcId="{24368BE6-477F-467C-A34C-99AA4940FA51}" destId="{6347875C-7675-476F-A7CE-96C261B15FE1}" srcOrd="0" destOrd="0" presId="urn:microsoft.com/office/officeart/2005/8/layout/hierarchy6"/>
    <dgm:cxn modelId="{BB633E44-E084-4674-9974-07D6C7957F34}" type="presOf" srcId="{70940ED9-DCD2-4FE2-8AD5-8BC5CC7E0DE8}" destId="{3E1DF03C-1D23-4161-AE6C-70AC66BDAE3A}" srcOrd="0" destOrd="0" presId="urn:microsoft.com/office/officeart/2005/8/layout/hierarchy6"/>
    <dgm:cxn modelId="{DDA413AF-4497-4A4E-9BDD-9ADE5A05E8B6}" type="presOf" srcId="{BD9D7D82-4DA5-4938-AA4B-D0C9B4990C1A}" destId="{EDC281C9-DABB-4B80-AC40-B86FC71EA194}" srcOrd="0" destOrd="0" presId="urn:microsoft.com/office/officeart/2005/8/layout/hierarchy6"/>
    <dgm:cxn modelId="{D338DDB3-8D01-4031-8B5E-8B2806F14411}" srcId="{C2AE7C18-10F5-4B0F-B2EF-9D1D7FA44A72}" destId="{9CD084A1-FFFA-4923-A40B-D8C4B5E37594}" srcOrd="0" destOrd="0" parTransId="{24368BE6-477F-467C-A34C-99AA4940FA51}" sibTransId="{CAA7331E-D3E9-42B4-A481-D77330E03B07}"/>
    <dgm:cxn modelId="{831629C0-EC76-4965-81BA-3E1D22B1ECAE}" type="presOf" srcId="{0DB32C46-D6F1-4143-B387-A3967DDFA33C}" destId="{6B515FD0-DCCD-436B-81B4-2AB3359B4C39}" srcOrd="0" destOrd="0" presId="urn:microsoft.com/office/officeart/2005/8/layout/hierarchy6"/>
    <dgm:cxn modelId="{2E41A2CB-B01A-4F3A-B879-3EAFEBF3FEC3}" type="presOf" srcId="{C2AE7C18-10F5-4B0F-B2EF-9D1D7FA44A72}" destId="{AAE58070-6EF8-4D60-A392-8E9C84BA8B89}" srcOrd="0" destOrd="0" presId="urn:microsoft.com/office/officeart/2005/8/layout/hierarchy6"/>
    <dgm:cxn modelId="{14D9C307-FC56-4321-8AA7-2411E1FDB016}" type="presParOf" srcId="{EDC281C9-DABB-4B80-AC40-B86FC71EA194}" destId="{0DE250F5-7551-461C-A22E-9A64F7760CC0}" srcOrd="0" destOrd="0" presId="urn:microsoft.com/office/officeart/2005/8/layout/hierarchy6"/>
    <dgm:cxn modelId="{549D2C6B-62A7-4BF9-B711-8A752CF20BE6}" type="presParOf" srcId="{0DE250F5-7551-461C-A22E-9A64F7760CC0}" destId="{A0E6A1B8-AED7-4071-843D-1FB45F775E38}" srcOrd="0" destOrd="0" presId="urn:microsoft.com/office/officeart/2005/8/layout/hierarchy6"/>
    <dgm:cxn modelId="{DF0A5006-0592-4AAF-AA7C-6EA10E181E10}" type="presParOf" srcId="{A0E6A1B8-AED7-4071-843D-1FB45F775E38}" destId="{270A984E-BEB1-4A19-8FE4-A6475787771B}" srcOrd="0" destOrd="0" presId="urn:microsoft.com/office/officeart/2005/8/layout/hierarchy6"/>
    <dgm:cxn modelId="{E4500CFC-8F9F-476B-8055-A2D495128166}" type="presParOf" srcId="{270A984E-BEB1-4A19-8FE4-A6475787771B}" destId="{AAE58070-6EF8-4D60-A392-8E9C84BA8B89}" srcOrd="0" destOrd="0" presId="urn:microsoft.com/office/officeart/2005/8/layout/hierarchy6"/>
    <dgm:cxn modelId="{30B2582C-369A-4E7C-BC71-74A9FA608EA2}" type="presParOf" srcId="{270A984E-BEB1-4A19-8FE4-A6475787771B}" destId="{BCF7EA7C-A879-4E64-A54B-966E052997D9}" srcOrd="1" destOrd="0" presId="urn:microsoft.com/office/officeart/2005/8/layout/hierarchy6"/>
    <dgm:cxn modelId="{2F77E44C-26A8-4C43-B1EF-777EB10F569D}" type="presParOf" srcId="{BCF7EA7C-A879-4E64-A54B-966E052997D9}" destId="{6347875C-7675-476F-A7CE-96C261B15FE1}" srcOrd="0" destOrd="0" presId="urn:microsoft.com/office/officeart/2005/8/layout/hierarchy6"/>
    <dgm:cxn modelId="{9A8DB397-3592-4CC4-A655-10F732D3710B}" type="presParOf" srcId="{BCF7EA7C-A879-4E64-A54B-966E052997D9}" destId="{81F100E5-4447-40F3-A9FF-208F03861D3E}" srcOrd="1" destOrd="0" presId="urn:microsoft.com/office/officeart/2005/8/layout/hierarchy6"/>
    <dgm:cxn modelId="{C15DC6A1-D4BD-474F-9F89-2E26552AE664}" type="presParOf" srcId="{81F100E5-4447-40F3-A9FF-208F03861D3E}" destId="{C55D2BA1-B2DC-4E20-8B98-B9E48AC4D6DF}" srcOrd="0" destOrd="0" presId="urn:microsoft.com/office/officeart/2005/8/layout/hierarchy6"/>
    <dgm:cxn modelId="{0D0042EE-737B-4AC5-8303-B4A7613CE74C}" type="presParOf" srcId="{81F100E5-4447-40F3-A9FF-208F03861D3E}" destId="{62EDF9E6-386E-4F9C-A795-39F498519175}" srcOrd="1" destOrd="0" presId="urn:microsoft.com/office/officeart/2005/8/layout/hierarchy6"/>
    <dgm:cxn modelId="{9BD4B52B-69ED-4E12-82A7-9F2EF9E89744}" type="presParOf" srcId="{BCF7EA7C-A879-4E64-A54B-966E052997D9}" destId="{D0F8197C-D23D-4507-B59D-71722E0B62FE}" srcOrd="2" destOrd="0" presId="urn:microsoft.com/office/officeart/2005/8/layout/hierarchy6"/>
    <dgm:cxn modelId="{5C90B93D-23B7-411C-9C46-CB3B072B735E}" type="presParOf" srcId="{BCF7EA7C-A879-4E64-A54B-966E052997D9}" destId="{1C9778E0-E668-49C9-B5CF-B74721B92351}" srcOrd="3" destOrd="0" presId="urn:microsoft.com/office/officeart/2005/8/layout/hierarchy6"/>
    <dgm:cxn modelId="{DF4A593E-E923-405C-BF69-CE9D8AA95B9F}" type="presParOf" srcId="{1C9778E0-E668-49C9-B5CF-B74721B92351}" destId="{E3842D37-30A9-4B3B-AD5E-DE745F3E15C5}" srcOrd="0" destOrd="0" presId="urn:microsoft.com/office/officeart/2005/8/layout/hierarchy6"/>
    <dgm:cxn modelId="{F61B4F80-05BE-4CB5-A837-7BCCD908B073}" type="presParOf" srcId="{1C9778E0-E668-49C9-B5CF-B74721B92351}" destId="{96B7E71C-D3C8-4A51-A54E-74E80139F6A6}" srcOrd="1" destOrd="0" presId="urn:microsoft.com/office/officeart/2005/8/layout/hierarchy6"/>
    <dgm:cxn modelId="{18555858-0D33-446C-8F64-A4C50FE054A3}" type="presParOf" srcId="{BCF7EA7C-A879-4E64-A54B-966E052997D9}" destId="{CA4515B8-6D4A-489B-8DD1-181BD37D98E0}" srcOrd="4" destOrd="0" presId="urn:microsoft.com/office/officeart/2005/8/layout/hierarchy6"/>
    <dgm:cxn modelId="{C2AAF433-E86F-4BF1-9A04-2D57863E5051}" type="presParOf" srcId="{BCF7EA7C-A879-4E64-A54B-966E052997D9}" destId="{5FAE288F-5BB9-4E85-9B1F-07F2F5414498}" srcOrd="5" destOrd="0" presId="urn:microsoft.com/office/officeart/2005/8/layout/hierarchy6"/>
    <dgm:cxn modelId="{8A39E1E3-8B81-46B2-BED0-FF4C24E5EAEF}" type="presParOf" srcId="{5FAE288F-5BB9-4E85-9B1F-07F2F5414498}" destId="{6B515FD0-DCCD-436B-81B4-2AB3359B4C39}" srcOrd="0" destOrd="0" presId="urn:microsoft.com/office/officeart/2005/8/layout/hierarchy6"/>
    <dgm:cxn modelId="{ECDE9277-07A9-4350-846F-43AFE201868E}" type="presParOf" srcId="{5FAE288F-5BB9-4E85-9B1F-07F2F5414498}" destId="{683D8AEE-8367-4D16-9462-E6ECE72F57E2}" srcOrd="1" destOrd="0" presId="urn:microsoft.com/office/officeart/2005/8/layout/hierarchy6"/>
    <dgm:cxn modelId="{8CEE872B-4F90-4B4C-B582-46BC0A40B2DD}" type="presParOf" srcId="{BCF7EA7C-A879-4E64-A54B-966E052997D9}" destId="{C8BB467B-A7F5-4ACD-8E33-364785955B19}" srcOrd="6" destOrd="0" presId="urn:microsoft.com/office/officeart/2005/8/layout/hierarchy6"/>
    <dgm:cxn modelId="{B3AC01B5-7BD7-4409-B5FD-D2F754079C96}" type="presParOf" srcId="{BCF7EA7C-A879-4E64-A54B-966E052997D9}" destId="{36080E7E-120A-4059-BC0B-019ED9CA2DFD}" srcOrd="7" destOrd="0" presId="urn:microsoft.com/office/officeart/2005/8/layout/hierarchy6"/>
    <dgm:cxn modelId="{5D7743B0-4443-4541-90C0-C2624D3A5B34}" type="presParOf" srcId="{36080E7E-120A-4059-BC0B-019ED9CA2DFD}" destId="{3E1DF03C-1D23-4161-AE6C-70AC66BDAE3A}" srcOrd="0" destOrd="0" presId="urn:microsoft.com/office/officeart/2005/8/layout/hierarchy6"/>
    <dgm:cxn modelId="{F75247DF-F6EB-4BC4-B59A-7A8C10EE4395}" type="presParOf" srcId="{36080E7E-120A-4059-BC0B-019ED9CA2DFD}" destId="{9C85A5A7-BEDF-47EA-91C4-FE48CA2B1516}" srcOrd="1" destOrd="0" presId="urn:microsoft.com/office/officeart/2005/8/layout/hierarchy6"/>
    <dgm:cxn modelId="{07060A49-90D4-4D2E-9D3D-7B6E35F69537}" type="presParOf" srcId="{EDC281C9-DABB-4B80-AC40-B86FC71EA194}" destId="{F29B2E49-92E3-4E8B-8867-FAF3D4C9679B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9D7D82-4DA5-4938-AA4B-D0C9B4990C1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2AE7C18-10F5-4B0F-B2EF-9D1D7FA44A72}">
      <dgm:prSet phldrT="[Text]" phldr="0"/>
      <dgm:spPr/>
      <dgm:t>
        <a:bodyPr/>
        <a:lstStyle/>
        <a:p>
          <a:r>
            <a:rPr lang="en-US" dirty="0"/>
            <a:t>52 card deck</a:t>
          </a:r>
          <a:endParaRPr lang="en-IN" dirty="0"/>
        </a:p>
      </dgm:t>
    </dgm:pt>
    <dgm:pt modelId="{20131632-6D8E-4FE2-9C3E-5CD5D78D4E84}" type="parTrans" cxnId="{02225F36-B2F6-4220-AE6F-15DEFDC15FA7}">
      <dgm:prSet/>
      <dgm:spPr/>
      <dgm:t>
        <a:bodyPr/>
        <a:lstStyle/>
        <a:p>
          <a:endParaRPr lang="en-IN"/>
        </a:p>
      </dgm:t>
    </dgm:pt>
    <dgm:pt modelId="{6685EF12-96EC-406D-B02D-0B90CDD90C5B}" type="sibTrans" cxnId="{02225F36-B2F6-4220-AE6F-15DEFDC15FA7}">
      <dgm:prSet/>
      <dgm:spPr/>
      <dgm:t>
        <a:bodyPr/>
        <a:lstStyle/>
        <a:p>
          <a:endParaRPr lang="en-IN"/>
        </a:p>
      </dgm:t>
    </dgm:pt>
    <dgm:pt modelId="{70940ED9-DCD2-4FE2-8AD5-8BC5CC7E0DE8}">
      <dgm:prSet phldrT="[Text]" phldr="0"/>
      <dgm:spPr>
        <a:solidFill>
          <a:srgbClr val="FF0000"/>
        </a:solidFill>
      </dgm:spPr>
      <dgm:t>
        <a:bodyPr/>
        <a:lstStyle/>
        <a:p>
          <a:r>
            <a:rPr lang="en-US" dirty="0"/>
            <a:t>Diamonds</a:t>
          </a:r>
        </a:p>
        <a:p>
          <a:r>
            <a:rPr lang="en-IN" dirty="0"/>
            <a:t>13 cards</a:t>
          </a:r>
        </a:p>
      </dgm:t>
    </dgm:pt>
    <dgm:pt modelId="{AE8CCA3E-976B-4DA6-A7A6-03EF81175634}" type="parTrans" cxnId="{5CDD9A1A-2E6D-4871-A3BF-679A11416445}">
      <dgm:prSet/>
      <dgm:spPr/>
      <dgm:t>
        <a:bodyPr/>
        <a:lstStyle/>
        <a:p>
          <a:endParaRPr lang="en-IN"/>
        </a:p>
      </dgm:t>
    </dgm:pt>
    <dgm:pt modelId="{EBB4E4B1-1BF7-4B33-A039-01C99B379B64}" type="sibTrans" cxnId="{5CDD9A1A-2E6D-4871-A3BF-679A11416445}">
      <dgm:prSet/>
      <dgm:spPr/>
      <dgm:t>
        <a:bodyPr/>
        <a:lstStyle/>
        <a:p>
          <a:endParaRPr lang="en-IN"/>
        </a:p>
      </dgm:t>
    </dgm:pt>
    <dgm:pt modelId="{9CD084A1-FFFA-4923-A40B-D8C4B5E37594}">
      <dgm:prSet phldrT="[Text]" phldr="0"/>
      <dgm:spPr>
        <a:solidFill>
          <a:schemeClr val="tx1"/>
        </a:solidFill>
      </dgm:spPr>
      <dgm:t>
        <a:bodyPr/>
        <a:lstStyle/>
        <a:p>
          <a:r>
            <a:rPr lang="en-IN" dirty="0"/>
            <a:t>SPADES</a:t>
          </a:r>
        </a:p>
        <a:p>
          <a:r>
            <a:rPr lang="en-IN" dirty="0"/>
            <a:t>13 cards</a:t>
          </a:r>
        </a:p>
      </dgm:t>
    </dgm:pt>
    <dgm:pt modelId="{CAA7331E-D3E9-42B4-A481-D77330E03B07}" type="sibTrans" cxnId="{D338DDB3-8D01-4031-8B5E-8B2806F14411}">
      <dgm:prSet/>
      <dgm:spPr/>
      <dgm:t>
        <a:bodyPr/>
        <a:lstStyle/>
        <a:p>
          <a:endParaRPr lang="en-IN"/>
        </a:p>
      </dgm:t>
    </dgm:pt>
    <dgm:pt modelId="{24368BE6-477F-467C-A34C-99AA4940FA51}" type="parTrans" cxnId="{D338DDB3-8D01-4031-8B5E-8B2806F14411}">
      <dgm:prSet/>
      <dgm:spPr/>
      <dgm:t>
        <a:bodyPr/>
        <a:lstStyle/>
        <a:p>
          <a:endParaRPr lang="en-IN"/>
        </a:p>
      </dgm:t>
    </dgm:pt>
    <dgm:pt modelId="{FDEBFEE3-9FE9-4CB4-A3E1-BAB45A9374D7}">
      <dgm:prSet/>
      <dgm:spPr>
        <a:solidFill>
          <a:schemeClr val="tx1"/>
        </a:solidFill>
      </dgm:spPr>
      <dgm:t>
        <a:bodyPr/>
        <a:lstStyle/>
        <a:p>
          <a:r>
            <a:rPr lang="en-US" dirty="0"/>
            <a:t>CLUBS</a:t>
          </a:r>
        </a:p>
        <a:p>
          <a:r>
            <a:rPr lang="en-IN" dirty="0"/>
            <a:t>13  cards</a:t>
          </a:r>
        </a:p>
      </dgm:t>
    </dgm:pt>
    <dgm:pt modelId="{C6C266C1-C46D-4EEC-A684-A0805F75F2CC}" type="parTrans" cxnId="{7C0C9B0A-67B4-4791-8D7B-7E9B6A5892E4}">
      <dgm:prSet/>
      <dgm:spPr/>
      <dgm:t>
        <a:bodyPr/>
        <a:lstStyle/>
        <a:p>
          <a:endParaRPr lang="en-IN"/>
        </a:p>
      </dgm:t>
    </dgm:pt>
    <dgm:pt modelId="{22D807C1-4E7F-460C-8595-229D654666A1}" type="sibTrans" cxnId="{7C0C9B0A-67B4-4791-8D7B-7E9B6A5892E4}">
      <dgm:prSet/>
      <dgm:spPr/>
      <dgm:t>
        <a:bodyPr/>
        <a:lstStyle/>
        <a:p>
          <a:endParaRPr lang="en-IN"/>
        </a:p>
      </dgm:t>
    </dgm:pt>
    <dgm:pt modelId="{0DB32C46-D6F1-4143-B387-A3967DDFA33C}">
      <dgm:prSet/>
      <dgm:spPr>
        <a:solidFill>
          <a:srgbClr val="FF0000"/>
        </a:solidFill>
      </dgm:spPr>
      <dgm:t>
        <a:bodyPr/>
        <a:lstStyle/>
        <a:p>
          <a:r>
            <a:rPr lang="en-US" dirty="0"/>
            <a:t>HEARTS</a:t>
          </a:r>
        </a:p>
        <a:p>
          <a:r>
            <a:rPr lang="en-IN" dirty="0"/>
            <a:t>13 cards</a:t>
          </a:r>
        </a:p>
      </dgm:t>
    </dgm:pt>
    <dgm:pt modelId="{C41C30BC-C249-4197-9303-2D72777EB9A6}" type="parTrans" cxnId="{8303F45B-07F6-4C01-B147-C15353656AD1}">
      <dgm:prSet/>
      <dgm:spPr/>
      <dgm:t>
        <a:bodyPr/>
        <a:lstStyle/>
        <a:p>
          <a:endParaRPr lang="en-IN"/>
        </a:p>
      </dgm:t>
    </dgm:pt>
    <dgm:pt modelId="{AB8DD639-C723-4E00-957B-B92DEAA0257B}" type="sibTrans" cxnId="{8303F45B-07F6-4C01-B147-C15353656AD1}">
      <dgm:prSet/>
      <dgm:spPr/>
      <dgm:t>
        <a:bodyPr/>
        <a:lstStyle/>
        <a:p>
          <a:endParaRPr lang="en-IN"/>
        </a:p>
      </dgm:t>
    </dgm:pt>
    <dgm:pt modelId="{EDC281C9-DABB-4B80-AC40-B86FC71EA194}" type="pres">
      <dgm:prSet presAssocID="{BD9D7D82-4DA5-4938-AA4B-D0C9B4990C1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DE250F5-7551-461C-A22E-9A64F7760CC0}" type="pres">
      <dgm:prSet presAssocID="{BD9D7D82-4DA5-4938-AA4B-D0C9B4990C1A}" presName="hierFlow" presStyleCnt="0"/>
      <dgm:spPr/>
    </dgm:pt>
    <dgm:pt modelId="{A0E6A1B8-AED7-4071-843D-1FB45F775E38}" type="pres">
      <dgm:prSet presAssocID="{BD9D7D82-4DA5-4938-AA4B-D0C9B4990C1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70A984E-BEB1-4A19-8FE4-A6475787771B}" type="pres">
      <dgm:prSet presAssocID="{C2AE7C18-10F5-4B0F-B2EF-9D1D7FA44A72}" presName="Name14" presStyleCnt="0"/>
      <dgm:spPr/>
    </dgm:pt>
    <dgm:pt modelId="{AAE58070-6EF8-4D60-A392-8E9C84BA8B89}" type="pres">
      <dgm:prSet presAssocID="{C2AE7C18-10F5-4B0F-B2EF-9D1D7FA44A72}" presName="level1Shape" presStyleLbl="node0" presStyleIdx="0" presStyleCnt="1" custLinFactNeighborY="5726">
        <dgm:presLayoutVars>
          <dgm:chPref val="3"/>
        </dgm:presLayoutVars>
      </dgm:prSet>
      <dgm:spPr/>
    </dgm:pt>
    <dgm:pt modelId="{BCF7EA7C-A879-4E64-A54B-966E052997D9}" type="pres">
      <dgm:prSet presAssocID="{C2AE7C18-10F5-4B0F-B2EF-9D1D7FA44A72}" presName="hierChild2" presStyleCnt="0"/>
      <dgm:spPr/>
    </dgm:pt>
    <dgm:pt modelId="{6347875C-7675-476F-A7CE-96C261B15FE1}" type="pres">
      <dgm:prSet presAssocID="{24368BE6-477F-467C-A34C-99AA4940FA51}" presName="Name19" presStyleLbl="parChTrans1D2" presStyleIdx="0" presStyleCnt="4"/>
      <dgm:spPr/>
    </dgm:pt>
    <dgm:pt modelId="{81F100E5-4447-40F3-A9FF-208F03861D3E}" type="pres">
      <dgm:prSet presAssocID="{9CD084A1-FFFA-4923-A40B-D8C4B5E37594}" presName="Name21" presStyleCnt="0"/>
      <dgm:spPr/>
    </dgm:pt>
    <dgm:pt modelId="{C55D2BA1-B2DC-4E20-8B98-B9E48AC4D6DF}" type="pres">
      <dgm:prSet presAssocID="{9CD084A1-FFFA-4923-A40B-D8C4B5E37594}" presName="level2Shape" presStyleLbl="node2" presStyleIdx="0" presStyleCnt="4"/>
      <dgm:spPr/>
    </dgm:pt>
    <dgm:pt modelId="{62EDF9E6-386E-4F9C-A795-39F498519175}" type="pres">
      <dgm:prSet presAssocID="{9CD084A1-FFFA-4923-A40B-D8C4B5E37594}" presName="hierChild3" presStyleCnt="0"/>
      <dgm:spPr/>
    </dgm:pt>
    <dgm:pt modelId="{D0F8197C-D23D-4507-B59D-71722E0B62FE}" type="pres">
      <dgm:prSet presAssocID="{C6C266C1-C46D-4EEC-A684-A0805F75F2CC}" presName="Name19" presStyleLbl="parChTrans1D2" presStyleIdx="1" presStyleCnt="4"/>
      <dgm:spPr/>
    </dgm:pt>
    <dgm:pt modelId="{1C9778E0-E668-49C9-B5CF-B74721B92351}" type="pres">
      <dgm:prSet presAssocID="{FDEBFEE3-9FE9-4CB4-A3E1-BAB45A9374D7}" presName="Name21" presStyleCnt="0"/>
      <dgm:spPr/>
    </dgm:pt>
    <dgm:pt modelId="{E3842D37-30A9-4B3B-AD5E-DE745F3E15C5}" type="pres">
      <dgm:prSet presAssocID="{FDEBFEE3-9FE9-4CB4-A3E1-BAB45A9374D7}" presName="level2Shape" presStyleLbl="node2" presStyleIdx="1" presStyleCnt="4"/>
      <dgm:spPr/>
    </dgm:pt>
    <dgm:pt modelId="{96B7E71C-D3C8-4A51-A54E-74E80139F6A6}" type="pres">
      <dgm:prSet presAssocID="{FDEBFEE3-9FE9-4CB4-A3E1-BAB45A9374D7}" presName="hierChild3" presStyleCnt="0"/>
      <dgm:spPr/>
    </dgm:pt>
    <dgm:pt modelId="{CA4515B8-6D4A-489B-8DD1-181BD37D98E0}" type="pres">
      <dgm:prSet presAssocID="{C41C30BC-C249-4197-9303-2D72777EB9A6}" presName="Name19" presStyleLbl="parChTrans1D2" presStyleIdx="2" presStyleCnt="4"/>
      <dgm:spPr/>
    </dgm:pt>
    <dgm:pt modelId="{5FAE288F-5BB9-4E85-9B1F-07F2F5414498}" type="pres">
      <dgm:prSet presAssocID="{0DB32C46-D6F1-4143-B387-A3967DDFA33C}" presName="Name21" presStyleCnt="0"/>
      <dgm:spPr/>
    </dgm:pt>
    <dgm:pt modelId="{6B515FD0-DCCD-436B-81B4-2AB3359B4C39}" type="pres">
      <dgm:prSet presAssocID="{0DB32C46-D6F1-4143-B387-A3967DDFA33C}" presName="level2Shape" presStyleLbl="node2" presStyleIdx="2" presStyleCnt="4"/>
      <dgm:spPr/>
    </dgm:pt>
    <dgm:pt modelId="{683D8AEE-8367-4D16-9462-E6ECE72F57E2}" type="pres">
      <dgm:prSet presAssocID="{0DB32C46-D6F1-4143-B387-A3967DDFA33C}" presName="hierChild3" presStyleCnt="0"/>
      <dgm:spPr/>
    </dgm:pt>
    <dgm:pt modelId="{C8BB467B-A7F5-4ACD-8E33-364785955B19}" type="pres">
      <dgm:prSet presAssocID="{AE8CCA3E-976B-4DA6-A7A6-03EF81175634}" presName="Name19" presStyleLbl="parChTrans1D2" presStyleIdx="3" presStyleCnt="4"/>
      <dgm:spPr/>
    </dgm:pt>
    <dgm:pt modelId="{36080E7E-120A-4059-BC0B-019ED9CA2DFD}" type="pres">
      <dgm:prSet presAssocID="{70940ED9-DCD2-4FE2-8AD5-8BC5CC7E0DE8}" presName="Name21" presStyleCnt="0"/>
      <dgm:spPr/>
    </dgm:pt>
    <dgm:pt modelId="{3E1DF03C-1D23-4161-AE6C-70AC66BDAE3A}" type="pres">
      <dgm:prSet presAssocID="{70940ED9-DCD2-4FE2-8AD5-8BC5CC7E0DE8}" presName="level2Shape" presStyleLbl="node2" presStyleIdx="3" presStyleCnt="4"/>
      <dgm:spPr/>
    </dgm:pt>
    <dgm:pt modelId="{9C85A5A7-BEDF-47EA-91C4-FE48CA2B1516}" type="pres">
      <dgm:prSet presAssocID="{70940ED9-DCD2-4FE2-8AD5-8BC5CC7E0DE8}" presName="hierChild3" presStyleCnt="0"/>
      <dgm:spPr/>
    </dgm:pt>
    <dgm:pt modelId="{F29B2E49-92E3-4E8B-8867-FAF3D4C9679B}" type="pres">
      <dgm:prSet presAssocID="{BD9D7D82-4DA5-4938-AA4B-D0C9B4990C1A}" presName="bgShapesFlow" presStyleCnt="0"/>
      <dgm:spPr/>
    </dgm:pt>
  </dgm:ptLst>
  <dgm:cxnLst>
    <dgm:cxn modelId="{6E24CD05-9F91-48E8-8DFD-CC5DB6812823}" type="presOf" srcId="{C6C266C1-C46D-4EEC-A684-A0805F75F2CC}" destId="{D0F8197C-D23D-4507-B59D-71722E0B62FE}" srcOrd="0" destOrd="0" presId="urn:microsoft.com/office/officeart/2005/8/layout/hierarchy6"/>
    <dgm:cxn modelId="{7C0C9B0A-67B4-4791-8D7B-7E9B6A5892E4}" srcId="{C2AE7C18-10F5-4B0F-B2EF-9D1D7FA44A72}" destId="{FDEBFEE3-9FE9-4CB4-A3E1-BAB45A9374D7}" srcOrd="1" destOrd="0" parTransId="{C6C266C1-C46D-4EEC-A684-A0805F75F2CC}" sibTransId="{22D807C1-4E7F-460C-8595-229D654666A1}"/>
    <dgm:cxn modelId="{5CDD9A1A-2E6D-4871-A3BF-679A11416445}" srcId="{C2AE7C18-10F5-4B0F-B2EF-9D1D7FA44A72}" destId="{70940ED9-DCD2-4FE2-8AD5-8BC5CC7E0DE8}" srcOrd="3" destOrd="0" parTransId="{AE8CCA3E-976B-4DA6-A7A6-03EF81175634}" sibTransId="{EBB4E4B1-1BF7-4B33-A039-01C99B379B64}"/>
    <dgm:cxn modelId="{E62C991F-BB65-4617-ACF9-5F5D12BE04D4}" type="presOf" srcId="{C41C30BC-C249-4197-9303-2D72777EB9A6}" destId="{CA4515B8-6D4A-489B-8DD1-181BD37D98E0}" srcOrd="0" destOrd="0" presId="urn:microsoft.com/office/officeart/2005/8/layout/hierarchy6"/>
    <dgm:cxn modelId="{95AFDF25-CDE3-48EA-AE46-CC51874A6EAA}" type="presOf" srcId="{FDEBFEE3-9FE9-4CB4-A3E1-BAB45A9374D7}" destId="{E3842D37-30A9-4B3B-AD5E-DE745F3E15C5}" srcOrd="0" destOrd="0" presId="urn:microsoft.com/office/officeart/2005/8/layout/hierarchy6"/>
    <dgm:cxn modelId="{80D71727-868E-40C6-8F36-4D74D88CF26B}" type="presOf" srcId="{9CD084A1-FFFA-4923-A40B-D8C4B5E37594}" destId="{C55D2BA1-B2DC-4E20-8B98-B9E48AC4D6DF}" srcOrd="0" destOrd="0" presId="urn:microsoft.com/office/officeart/2005/8/layout/hierarchy6"/>
    <dgm:cxn modelId="{02225F36-B2F6-4220-AE6F-15DEFDC15FA7}" srcId="{BD9D7D82-4DA5-4938-AA4B-D0C9B4990C1A}" destId="{C2AE7C18-10F5-4B0F-B2EF-9D1D7FA44A72}" srcOrd="0" destOrd="0" parTransId="{20131632-6D8E-4FE2-9C3E-5CD5D78D4E84}" sibTransId="{6685EF12-96EC-406D-B02D-0B90CDD90C5B}"/>
    <dgm:cxn modelId="{4A8B0B3F-6C0D-4758-8EDA-FEA3E148B500}" type="presOf" srcId="{AE8CCA3E-976B-4DA6-A7A6-03EF81175634}" destId="{C8BB467B-A7F5-4ACD-8E33-364785955B19}" srcOrd="0" destOrd="0" presId="urn:microsoft.com/office/officeart/2005/8/layout/hierarchy6"/>
    <dgm:cxn modelId="{8303F45B-07F6-4C01-B147-C15353656AD1}" srcId="{C2AE7C18-10F5-4B0F-B2EF-9D1D7FA44A72}" destId="{0DB32C46-D6F1-4143-B387-A3967DDFA33C}" srcOrd="2" destOrd="0" parTransId="{C41C30BC-C249-4197-9303-2D72777EB9A6}" sibTransId="{AB8DD639-C723-4E00-957B-B92DEAA0257B}"/>
    <dgm:cxn modelId="{26C43D5E-3F49-4EFD-9E08-8E29622C60AB}" type="presOf" srcId="{24368BE6-477F-467C-A34C-99AA4940FA51}" destId="{6347875C-7675-476F-A7CE-96C261B15FE1}" srcOrd="0" destOrd="0" presId="urn:microsoft.com/office/officeart/2005/8/layout/hierarchy6"/>
    <dgm:cxn modelId="{BB633E44-E084-4674-9974-07D6C7957F34}" type="presOf" srcId="{70940ED9-DCD2-4FE2-8AD5-8BC5CC7E0DE8}" destId="{3E1DF03C-1D23-4161-AE6C-70AC66BDAE3A}" srcOrd="0" destOrd="0" presId="urn:microsoft.com/office/officeart/2005/8/layout/hierarchy6"/>
    <dgm:cxn modelId="{DDA413AF-4497-4A4E-9BDD-9ADE5A05E8B6}" type="presOf" srcId="{BD9D7D82-4DA5-4938-AA4B-D0C9B4990C1A}" destId="{EDC281C9-DABB-4B80-AC40-B86FC71EA194}" srcOrd="0" destOrd="0" presId="urn:microsoft.com/office/officeart/2005/8/layout/hierarchy6"/>
    <dgm:cxn modelId="{D338DDB3-8D01-4031-8B5E-8B2806F14411}" srcId="{C2AE7C18-10F5-4B0F-B2EF-9D1D7FA44A72}" destId="{9CD084A1-FFFA-4923-A40B-D8C4B5E37594}" srcOrd="0" destOrd="0" parTransId="{24368BE6-477F-467C-A34C-99AA4940FA51}" sibTransId="{CAA7331E-D3E9-42B4-A481-D77330E03B07}"/>
    <dgm:cxn modelId="{831629C0-EC76-4965-81BA-3E1D22B1ECAE}" type="presOf" srcId="{0DB32C46-D6F1-4143-B387-A3967DDFA33C}" destId="{6B515FD0-DCCD-436B-81B4-2AB3359B4C39}" srcOrd="0" destOrd="0" presId="urn:microsoft.com/office/officeart/2005/8/layout/hierarchy6"/>
    <dgm:cxn modelId="{2E41A2CB-B01A-4F3A-B879-3EAFEBF3FEC3}" type="presOf" srcId="{C2AE7C18-10F5-4B0F-B2EF-9D1D7FA44A72}" destId="{AAE58070-6EF8-4D60-A392-8E9C84BA8B89}" srcOrd="0" destOrd="0" presId="urn:microsoft.com/office/officeart/2005/8/layout/hierarchy6"/>
    <dgm:cxn modelId="{14D9C307-FC56-4321-8AA7-2411E1FDB016}" type="presParOf" srcId="{EDC281C9-DABB-4B80-AC40-B86FC71EA194}" destId="{0DE250F5-7551-461C-A22E-9A64F7760CC0}" srcOrd="0" destOrd="0" presId="urn:microsoft.com/office/officeart/2005/8/layout/hierarchy6"/>
    <dgm:cxn modelId="{549D2C6B-62A7-4BF9-B711-8A752CF20BE6}" type="presParOf" srcId="{0DE250F5-7551-461C-A22E-9A64F7760CC0}" destId="{A0E6A1B8-AED7-4071-843D-1FB45F775E38}" srcOrd="0" destOrd="0" presId="urn:microsoft.com/office/officeart/2005/8/layout/hierarchy6"/>
    <dgm:cxn modelId="{DF0A5006-0592-4AAF-AA7C-6EA10E181E10}" type="presParOf" srcId="{A0E6A1B8-AED7-4071-843D-1FB45F775E38}" destId="{270A984E-BEB1-4A19-8FE4-A6475787771B}" srcOrd="0" destOrd="0" presId="urn:microsoft.com/office/officeart/2005/8/layout/hierarchy6"/>
    <dgm:cxn modelId="{E4500CFC-8F9F-476B-8055-A2D495128166}" type="presParOf" srcId="{270A984E-BEB1-4A19-8FE4-A6475787771B}" destId="{AAE58070-6EF8-4D60-A392-8E9C84BA8B89}" srcOrd="0" destOrd="0" presId="urn:microsoft.com/office/officeart/2005/8/layout/hierarchy6"/>
    <dgm:cxn modelId="{30B2582C-369A-4E7C-BC71-74A9FA608EA2}" type="presParOf" srcId="{270A984E-BEB1-4A19-8FE4-A6475787771B}" destId="{BCF7EA7C-A879-4E64-A54B-966E052997D9}" srcOrd="1" destOrd="0" presId="urn:microsoft.com/office/officeart/2005/8/layout/hierarchy6"/>
    <dgm:cxn modelId="{2F77E44C-26A8-4C43-B1EF-777EB10F569D}" type="presParOf" srcId="{BCF7EA7C-A879-4E64-A54B-966E052997D9}" destId="{6347875C-7675-476F-A7CE-96C261B15FE1}" srcOrd="0" destOrd="0" presId="urn:microsoft.com/office/officeart/2005/8/layout/hierarchy6"/>
    <dgm:cxn modelId="{9A8DB397-3592-4CC4-A655-10F732D3710B}" type="presParOf" srcId="{BCF7EA7C-A879-4E64-A54B-966E052997D9}" destId="{81F100E5-4447-40F3-A9FF-208F03861D3E}" srcOrd="1" destOrd="0" presId="urn:microsoft.com/office/officeart/2005/8/layout/hierarchy6"/>
    <dgm:cxn modelId="{C15DC6A1-D4BD-474F-9F89-2E26552AE664}" type="presParOf" srcId="{81F100E5-4447-40F3-A9FF-208F03861D3E}" destId="{C55D2BA1-B2DC-4E20-8B98-B9E48AC4D6DF}" srcOrd="0" destOrd="0" presId="urn:microsoft.com/office/officeart/2005/8/layout/hierarchy6"/>
    <dgm:cxn modelId="{0D0042EE-737B-4AC5-8303-B4A7613CE74C}" type="presParOf" srcId="{81F100E5-4447-40F3-A9FF-208F03861D3E}" destId="{62EDF9E6-386E-4F9C-A795-39F498519175}" srcOrd="1" destOrd="0" presId="urn:microsoft.com/office/officeart/2005/8/layout/hierarchy6"/>
    <dgm:cxn modelId="{9BD4B52B-69ED-4E12-82A7-9F2EF9E89744}" type="presParOf" srcId="{BCF7EA7C-A879-4E64-A54B-966E052997D9}" destId="{D0F8197C-D23D-4507-B59D-71722E0B62FE}" srcOrd="2" destOrd="0" presId="urn:microsoft.com/office/officeart/2005/8/layout/hierarchy6"/>
    <dgm:cxn modelId="{5C90B93D-23B7-411C-9C46-CB3B072B735E}" type="presParOf" srcId="{BCF7EA7C-A879-4E64-A54B-966E052997D9}" destId="{1C9778E0-E668-49C9-B5CF-B74721B92351}" srcOrd="3" destOrd="0" presId="urn:microsoft.com/office/officeart/2005/8/layout/hierarchy6"/>
    <dgm:cxn modelId="{DF4A593E-E923-405C-BF69-CE9D8AA95B9F}" type="presParOf" srcId="{1C9778E0-E668-49C9-B5CF-B74721B92351}" destId="{E3842D37-30A9-4B3B-AD5E-DE745F3E15C5}" srcOrd="0" destOrd="0" presId="urn:microsoft.com/office/officeart/2005/8/layout/hierarchy6"/>
    <dgm:cxn modelId="{F61B4F80-05BE-4CB5-A837-7BCCD908B073}" type="presParOf" srcId="{1C9778E0-E668-49C9-B5CF-B74721B92351}" destId="{96B7E71C-D3C8-4A51-A54E-74E80139F6A6}" srcOrd="1" destOrd="0" presId="urn:microsoft.com/office/officeart/2005/8/layout/hierarchy6"/>
    <dgm:cxn modelId="{18555858-0D33-446C-8F64-A4C50FE054A3}" type="presParOf" srcId="{BCF7EA7C-A879-4E64-A54B-966E052997D9}" destId="{CA4515B8-6D4A-489B-8DD1-181BD37D98E0}" srcOrd="4" destOrd="0" presId="urn:microsoft.com/office/officeart/2005/8/layout/hierarchy6"/>
    <dgm:cxn modelId="{C2AAF433-E86F-4BF1-9A04-2D57863E5051}" type="presParOf" srcId="{BCF7EA7C-A879-4E64-A54B-966E052997D9}" destId="{5FAE288F-5BB9-4E85-9B1F-07F2F5414498}" srcOrd="5" destOrd="0" presId="urn:microsoft.com/office/officeart/2005/8/layout/hierarchy6"/>
    <dgm:cxn modelId="{8A39E1E3-8B81-46B2-BED0-FF4C24E5EAEF}" type="presParOf" srcId="{5FAE288F-5BB9-4E85-9B1F-07F2F5414498}" destId="{6B515FD0-DCCD-436B-81B4-2AB3359B4C39}" srcOrd="0" destOrd="0" presId="urn:microsoft.com/office/officeart/2005/8/layout/hierarchy6"/>
    <dgm:cxn modelId="{ECDE9277-07A9-4350-846F-43AFE201868E}" type="presParOf" srcId="{5FAE288F-5BB9-4E85-9B1F-07F2F5414498}" destId="{683D8AEE-8367-4D16-9462-E6ECE72F57E2}" srcOrd="1" destOrd="0" presId="urn:microsoft.com/office/officeart/2005/8/layout/hierarchy6"/>
    <dgm:cxn modelId="{8CEE872B-4F90-4B4C-B582-46BC0A40B2DD}" type="presParOf" srcId="{BCF7EA7C-A879-4E64-A54B-966E052997D9}" destId="{C8BB467B-A7F5-4ACD-8E33-364785955B19}" srcOrd="6" destOrd="0" presId="urn:microsoft.com/office/officeart/2005/8/layout/hierarchy6"/>
    <dgm:cxn modelId="{B3AC01B5-7BD7-4409-B5FD-D2F754079C96}" type="presParOf" srcId="{BCF7EA7C-A879-4E64-A54B-966E052997D9}" destId="{36080E7E-120A-4059-BC0B-019ED9CA2DFD}" srcOrd="7" destOrd="0" presId="urn:microsoft.com/office/officeart/2005/8/layout/hierarchy6"/>
    <dgm:cxn modelId="{5D7743B0-4443-4541-90C0-C2624D3A5B34}" type="presParOf" srcId="{36080E7E-120A-4059-BC0B-019ED9CA2DFD}" destId="{3E1DF03C-1D23-4161-AE6C-70AC66BDAE3A}" srcOrd="0" destOrd="0" presId="urn:microsoft.com/office/officeart/2005/8/layout/hierarchy6"/>
    <dgm:cxn modelId="{F75247DF-F6EB-4BC4-B59A-7A8C10EE4395}" type="presParOf" srcId="{36080E7E-120A-4059-BC0B-019ED9CA2DFD}" destId="{9C85A5A7-BEDF-47EA-91C4-FE48CA2B1516}" srcOrd="1" destOrd="0" presId="urn:microsoft.com/office/officeart/2005/8/layout/hierarchy6"/>
    <dgm:cxn modelId="{07060A49-90D4-4D2E-9D3D-7B6E35F69537}" type="presParOf" srcId="{EDC281C9-DABB-4B80-AC40-B86FC71EA194}" destId="{F29B2E49-92E3-4E8B-8867-FAF3D4C9679B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9D7D82-4DA5-4938-AA4B-D0C9B4990C1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2AE7C18-10F5-4B0F-B2EF-9D1D7FA44A72}">
      <dgm:prSet phldrT="[Text]" phldr="0" custT="1"/>
      <dgm:spPr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Bank Model</a:t>
          </a:r>
          <a:endParaRPr lang="en-IN" sz="17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20131632-6D8E-4FE2-9C3E-5CD5D78D4E84}" type="parTrans" cxnId="{02225F36-B2F6-4220-AE6F-15DEFDC15FA7}">
      <dgm:prSet/>
      <dgm:spPr/>
      <dgm:t>
        <a:bodyPr/>
        <a:lstStyle/>
        <a:p>
          <a:endParaRPr lang="en-IN"/>
        </a:p>
      </dgm:t>
    </dgm:pt>
    <dgm:pt modelId="{6685EF12-96EC-406D-B02D-0B90CDD90C5B}" type="sibTrans" cxnId="{02225F36-B2F6-4220-AE6F-15DEFDC15FA7}">
      <dgm:prSet/>
      <dgm:spPr/>
      <dgm:t>
        <a:bodyPr/>
        <a:lstStyle/>
        <a:p>
          <a:endParaRPr lang="en-IN"/>
        </a:p>
      </dgm:t>
    </dgm:pt>
    <dgm:pt modelId="{9CD084A1-FFFA-4923-A40B-D8C4B5E37594}">
      <dgm:prSet phldrT="[Text]" phldr="0" custT="1"/>
      <dgm:spPr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r>
            <a:rPr lang="en-US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Defaulter</a:t>
          </a:r>
        </a:p>
        <a:p>
          <a:r>
            <a:rPr lang="en-IN" sz="1700" kern="1200" dirty="0"/>
            <a:t>5%</a:t>
          </a:r>
        </a:p>
      </dgm:t>
    </dgm:pt>
    <dgm:pt modelId="{24368BE6-477F-467C-A34C-99AA4940FA51}" type="parTrans" cxnId="{D338DDB3-8D01-4031-8B5E-8B2806F14411}">
      <dgm:prSet/>
      <dgm:spPr/>
      <dgm:t>
        <a:bodyPr/>
        <a:lstStyle/>
        <a:p>
          <a:endParaRPr lang="en-IN"/>
        </a:p>
      </dgm:t>
    </dgm:pt>
    <dgm:pt modelId="{CAA7331E-D3E9-42B4-A481-D77330E03B07}" type="sibTrans" cxnId="{D338DDB3-8D01-4031-8B5E-8B2806F14411}">
      <dgm:prSet/>
      <dgm:spPr/>
      <dgm:t>
        <a:bodyPr/>
        <a:lstStyle/>
        <a:p>
          <a:endParaRPr lang="en-IN"/>
        </a:p>
      </dgm:t>
    </dgm:pt>
    <dgm:pt modelId="{70940ED9-DCD2-4FE2-8AD5-8BC5CC7E0DE8}">
      <dgm:prSet phldrT="[Text]" phldr="0" custT="1"/>
      <dgm:spPr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Non Defaulter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95%</a:t>
          </a:r>
        </a:p>
      </dgm:t>
    </dgm:pt>
    <dgm:pt modelId="{AE8CCA3E-976B-4DA6-A7A6-03EF81175634}" type="parTrans" cxnId="{5CDD9A1A-2E6D-4871-A3BF-679A11416445}">
      <dgm:prSet/>
      <dgm:spPr/>
      <dgm:t>
        <a:bodyPr/>
        <a:lstStyle/>
        <a:p>
          <a:endParaRPr lang="en-IN"/>
        </a:p>
      </dgm:t>
    </dgm:pt>
    <dgm:pt modelId="{EBB4E4B1-1BF7-4B33-A039-01C99B379B64}" type="sibTrans" cxnId="{5CDD9A1A-2E6D-4871-A3BF-679A11416445}">
      <dgm:prSet/>
      <dgm:spPr/>
      <dgm:t>
        <a:bodyPr/>
        <a:lstStyle/>
        <a:p>
          <a:endParaRPr lang="en-IN"/>
        </a:p>
      </dgm:t>
    </dgm:pt>
    <dgm:pt modelId="{4CB56FA4-0D2B-4A40-99FD-0F3E5D679134}">
      <dgm:prSet custT="1"/>
      <dgm:spPr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High Risk</a:t>
          </a:r>
        </a:p>
        <a:p>
          <a:pPr marL="0"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90%</a:t>
          </a:r>
        </a:p>
      </dgm:t>
    </dgm:pt>
    <dgm:pt modelId="{9C10523A-E82F-420F-A88D-BABC7D85FDC9}" type="parTrans" cxnId="{C8FA8C93-ADC6-416F-B459-2F3BAE3E727C}">
      <dgm:prSet/>
      <dgm:spPr/>
      <dgm:t>
        <a:bodyPr/>
        <a:lstStyle/>
        <a:p>
          <a:endParaRPr lang="en-IN"/>
        </a:p>
      </dgm:t>
    </dgm:pt>
    <dgm:pt modelId="{56A3B6BB-C715-46AE-9BEC-6796EFC05320}" type="sibTrans" cxnId="{C8FA8C93-ADC6-416F-B459-2F3BAE3E727C}">
      <dgm:prSet/>
      <dgm:spPr/>
      <dgm:t>
        <a:bodyPr/>
        <a:lstStyle/>
        <a:p>
          <a:endParaRPr lang="en-IN"/>
        </a:p>
      </dgm:t>
    </dgm:pt>
    <dgm:pt modelId="{1E1CCEDA-0171-4DDD-90FB-2D5FC69C27E6}">
      <dgm:prSet custT="1"/>
      <dgm:spPr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r>
            <a:rPr lang="en-IN" sz="1700" kern="1200" dirty="0"/>
            <a:t>No </a:t>
          </a: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Risk</a:t>
          </a:r>
        </a:p>
        <a:p>
          <a:r>
            <a:rPr lang="en-IN" sz="1700" kern="1200" dirty="0"/>
            <a:t>10%</a:t>
          </a:r>
        </a:p>
        <a:p>
          <a:r>
            <a:rPr lang="en-IN" sz="1700" kern="1200" dirty="0"/>
            <a:t>(false negative)</a:t>
          </a:r>
        </a:p>
      </dgm:t>
    </dgm:pt>
    <dgm:pt modelId="{F690FBF0-CAA9-47E0-9AEE-3DBC38AFD129}" type="parTrans" cxnId="{74C876C7-E099-4F6F-9BD7-737BC20D5636}">
      <dgm:prSet/>
      <dgm:spPr/>
      <dgm:t>
        <a:bodyPr/>
        <a:lstStyle/>
        <a:p>
          <a:endParaRPr lang="en-IN"/>
        </a:p>
      </dgm:t>
    </dgm:pt>
    <dgm:pt modelId="{10B3D40E-4B50-461D-8848-B15A0F32B6E7}" type="sibTrans" cxnId="{74C876C7-E099-4F6F-9BD7-737BC20D5636}">
      <dgm:prSet/>
      <dgm:spPr/>
      <dgm:t>
        <a:bodyPr/>
        <a:lstStyle/>
        <a:p>
          <a:endParaRPr lang="en-IN"/>
        </a:p>
      </dgm:t>
    </dgm:pt>
    <dgm:pt modelId="{E294EE50-DD34-4E0C-8C28-59CAEC527142}">
      <dgm:prSet custT="1"/>
      <dgm:spPr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High</a:t>
          </a:r>
          <a:r>
            <a:rPr lang="en-IN" sz="1700" kern="1200" dirty="0"/>
            <a:t> Risk</a:t>
          </a:r>
        </a:p>
        <a:p>
          <a:r>
            <a:rPr lang="en-IN" sz="1700" kern="1200" dirty="0"/>
            <a:t>20% </a:t>
          </a:r>
        </a:p>
        <a:p>
          <a:r>
            <a:rPr lang="en-IN" sz="1700" kern="1200" dirty="0"/>
            <a:t>(false positive)</a:t>
          </a:r>
        </a:p>
      </dgm:t>
    </dgm:pt>
    <dgm:pt modelId="{4DE84564-304E-4197-83BC-F83D2F8A433F}" type="parTrans" cxnId="{90731A2D-DA65-4607-875D-9CDC47126AFD}">
      <dgm:prSet/>
      <dgm:spPr/>
      <dgm:t>
        <a:bodyPr/>
        <a:lstStyle/>
        <a:p>
          <a:endParaRPr lang="en-IN"/>
        </a:p>
      </dgm:t>
    </dgm:pt>
    <dgm:pt modelId="{EB3601EA-FA62-4227-9A77-D2C6170B1623}" type="sibTrans" cxnId="{90731A2D-DA65-4607-875D-9CDC47126AFD}">
      <dgm:prSet/>
      <dgm:spPr/>
      <dgm:t>
        <a:bodyPr/>
        <a:lstStyle/>
        <a:p>
          <a:endParaRPr lang="en-IN"/>
        </a:p>
      </dgm:t>
    </dgm:pt>
    <dgm:pt modelId="{F365C7D1-2440-46B6-AB46-FC630D4D39D6}">
      <dgm:prSet custT="1"/>
      <dgm:spPr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No Risk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80%</a:t>
          </a:r>
        </a:p>
      </dgm:t>
    </dgm:pt>
    <dgm:pt modelId="{1028714E-EB99-4BD5-892D-E9019C4B9FE4}" type="parTrans" cxnId="{1F403B32-93CD-472B-889A-CB85DD09B8C4}">
      <dgm:prSet/>
      <dgm:spPr/>
      <dgm:t>
        <a:bodyPr/>
        <a:lstStyle/>
        <a:p>
          <a:endParaRPr lang="en-IN"/>
        </a:p>
      </dgm:t>
    </dgm:pt>
    <dgm:pt modelId="{7C045B42-9FCD-4269-BA30-653B2F2C7163}" type="sibTrans" cxnId="{1F403B32-93CD-472B-889A-CB85DD09B8C4}">
      <dgm:prSet/>
      <dgm:spPr/>
      <dgm:t>
        <a:bodyPr/>
        <a:lstStyle/>
        <a:p>
          <a:endParaRPr lang="en-IN"/>
        </a:p>
      </dgm:t>
    </dgm:pt>
    <dgm:pt modelId="{EDC281C9-DABB-4B80-AC40-B86FC71EA194}" type="pres">
      <dgm:prSet presAssocID="{BD9D7D82-4DA5-4938-AA4B-D0C9B4990C1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DE250F5-7551-461C-A22E-9A64F7760CC0}" type="pres">
      <dgm:prSet presAssocID="{BD9D7D82-4DA5-4938-AA4B-D0C9B4990C1A}" presName="hierFlow" presStyleCnt="0"/>
      <dgm:spPr/>
    </dgm:pt>
    <dgm:pt modelId="{A0E6A1B8-AED7-4071-843D-1FB45F775E38}" type="pres">
      <dgm:prSet presAssocID="{BD9D7D82-4DA5-4938-AA4B-D0C9B4990C1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70A984E-BEB1-4A19-8FE4-A6475787771B}" type="pres">
      <dgm:prSet presAssocID="{C2AE7C18-10F5-4B0F-B2EF-9D1D7FA44A72}" presName="Name14" presStyleCnt="0"/>
      <dgm:spPr/>
    </dgm:pt>
    <dgm:pt modelId="{AAE58070-6EF8-4D60-A392-8E9C84BA8B89}" type="pres">
      <dgm:prSet presAssocID="{C2AE7C18-10F5-4B0F-B2EF-9D1D7FA44A72}" presName="level1Shape" presStyleLbl="node0" presStyleIdx="0" presStyleCnt="1" custLinFactNeighborY="5726">
        <dgm:presLayoutVars>
          <dgm:chPref val="3"/>
        </dgm:presLayoutVars>
      </dgm:prSet>
      <dgm:spPr>
        <a:xfrm>
          <a:off x="3275967" y="201981"/>
          <a:ext cx="1677665" cy="1118443"/>
        </a:xfrm>
        <a:prstGeom prst="roundRect">
          <a:avLst>
            <a:gd name="adj" fmla="val 10000"/>
          </a:avLst>
        </a:prstGeom>
      </dgm:spPr>
    </dgm:pt>
    <dgm:pt modelId="{BCF7EA7C-A879-4E64-A54B-966E052997D9}" type="pres">
      <dgm:prSet presAssocID="{C2AE7C18-10F5-4B0F-B2EF-9D1D7FA44A72}" presName="hierChild2" presStyleCnt="0"/>
      <dgm:spPr/>
    </dgm:pt>
    <dgm:pt modelId="{6347875C-7675-476F-A7CE-96C261B15FE1}" type="pres">
      <dgm:prSet presAssocID="{24368BE6-477F-467C-A34C-99AA4940FA51}" presName="Name19" presStyleLbl="parChTrans1D2" presStyleIdx="0" presStyleCnt="2"/>
      <dgm:spPr/>
    </dgm:pt>
    <dgm:pt modelId="{81F100E5-4447-40F3-A9FF-208F03861D3E}" type="pres">
      <dgm:prSet presAssocID="{9CD084A1-FFFA-4923-A40B-D8C4B5E37594}" presName="Name21" presStyleCnt="0"/>
      <dgm:spPr/>
    </dgm:pt>
    <dgm:pt modelId="{C55D2BA1-B2DC-4E20-8B98-B9E48AC4D6DF}" type="pres">
      <dgm:prSet presAssocID="{9CD084A1-FFFA-4923-A40B-D8C4B5E37594}" presName="level2Shape" presStyleLbl="node2" presStyleIdx="0" presStyleCnt="2"/>
      <dgm:spPr>
        <a:xfrm>
          <a:off x="1095002" y="1703759"/>
          <a:ext cx="1677665" cy="1118443"/>
        </a:xfrm>
        <a:prstGeom prst="roundRect">
          <a:avLst>
            <a:gd name="adj" fmla="val 10000"/>
          </a:avLst>
        </a:prstGeom>
      </dgm:spPr>
    </dgm:pt>
    <dgm:pt modelId="{62EDF9E6-386E-4F9C-A795-39F498519175}" type="pres">
      <dgm:prSet presAssocID="{9CD084A1-FFFA-4923-A40B-D8C4B5E37594}" presName="hierChild3" presStyleCnt="0"/>
      <dgm:spPr/>
    </dgm:pt>
    <dgm:pt modelId="{E493E0B4-6B37-4BD3-9A02-6CEC7AC5A232}" type="pres">
      <dgm:prSet presAssocID="{9C10523A-E82F-420F-A88D-BABC7D85FDC9}" presName="Name19" presStyleLbl="parChTrans1D3" presStyleIdx="0" presStyleCnt="4"/>
      <dgm:spPr/>
    </dgm:pt>
    <dgm:pt modelId="{155D6D22-C2BB-4035-BDBD-33AF684E9461}" type="pres">
      <dgm:prSet presAssocID="{4CB56FA4-0D2B-4A40-99FD-0F3E5D679134}" presName="Name21" presStyleCnt="0"/>
      <dgm:spPr/>
    </dgm:pt>
    <dgm:pt modelId="{EA9720EE-DE60-4E65-977E-E5CA51DFE9BB}" type="pres">
      <dgm:prSet presAssocID="{4CB56FA4-0D2B-4A40-99FD-0F3E5D679134}" presName="level2Shape" presStyleLbl="node3" presStyleIdx="0" presStyleCnt="4"/>
      <dgm:spPr>
        <a:xfrm>
          <a:off x="4520" y="3269580"/>
          <a:ext cx="1677665" cy="1118443"/>
        </a:xfrm>
        <a:prstGeom prst="roundRect">
          <a:avLst>
            <a:gd name="adj" fmla="val 10000"/>
          </a:avLst>
        </a:prstGeom>
      </dgm:spPr>
    </dgm:pt>
    <dgm:pt modelId="{C612FB13-029E-491D-94C8-A724E6BE158D}" type="pres">
      <dgm:prSet presAssocID="{4CB56FA4-0D2B-4A40-99FD-0F3E5D679134}" presName="hierChild3" presStyleCnt="0"/>
      <dgm:spPr/>
    </dgm:pt>
    <dgm:pt modelId="{5054D58E-7FC0-4463-96A4-E98B64818578}" type="pres">
      <dgm:prSet presAssocID="{F690FBF0-CAA9-47E0-9AEE-3DBC38AFD129}" presName="Name19" presStyleLbl="parChTrans1D3" presStyleIdx="1" presStyleCnt="4"/>
      <dgm:spPr/>
    </dgm:pt>
    <dgm:pt modelId="{B7AEE1E8-E850-4179-962C-9652B77FB84A}" type="pres">
      <dgm:prSet presAssocID="{1E1CCEDA-0171-4DDD-90FB-2D5FC69C27E6}" presName="Name21" presStyleCnt="0"/>
      <dgm:spPr/>
    </dgm:pt>
    <dgm:pt modelId="{E6B2141B-91D2-4BA7-B869-69767AB32220}" type="pres">
      <dgm:prSet presAssocID="{1E1CCEDA-0171-4DDD-90FB-2D5FC69C27E6}" presName="level2Shape" presStyleLbl="node3" presStyleIdx="1" presStyleCnt="4"/>
      <dgm:spPr>
        <a:xfrm>
          <a:off x="2185485" y="3269580"/>
          <a:ext cx="1677665" cy="1118443"/>
        </a:xfrm>
        <a:prstGeom prst="roundRect">
          <a:avLst>
            <a:gd name="adj" fmla="val 10000"/>
          </a:avLst>
        </a:prstGeom>
      </dgm:spPr>
    </dgm:pt>
    <dgm:pt modelId="{8444667D-0400-440F-A7E4-EEB5DAE4591C}" type="pres">
      <dgm:prSet presAssocID="{1E1CCEDA-0171-4DDD-90FB-2D5FC69C27E6}" presName="hierChild3" presStyleCnt="0"/>
      <dgm:spPr/>
    </dgm:pt>
    <dgm:pt modelId="{C8BB467B-A7F5-4ACD-8E33-364785955B19}" type="pres">
      <dgm:prSet presAssocID="{AE8CCA3E-976B-4DA6-A7A6-03EF81175634}" presName="Name19" presStyleLbl="parChTrans1D2" presStyleIdx="1" presStyleCnt="2"/>
      <dgm:spPr/>
    </dgm:pt>
    <dgm:pt modelId="{36080E7E-120A-4059-BC0B-019ED9CA2DFD}" type="pres">
      <dgm:prSet presAssocID="{70940ED9-DCD2-4FE2-8AD5-8BC5CC7E0DE8}" presName="Name21" presStyleCnt="0"/>
      <dgm:spPr/>
    </dgm:pt>
    <dgm:pt modelId="{3E1DF03C-1D23-4161-AE6C-70AC66BDAE3A}" type="pres">
      <dgm:prSet presAssocID="{70940ED9-DCD2-4FE2-8AD5-8BC5CC7E0DE8}" presName="level2Shape" presStyleLbl="node2" presStyleIdx="1" presStyleCnt="2"/>
      <dgm:spPr>
        <a:xfrm>
          <a:off x="5456932" y="1703759"/>
          <a:ext cx="1677665" cy="1118443"/>
        </a:xfrm>
        <a:prstGeom prst="roundRect">
          <a:avLst>
            <a:gd name="adj" fmla="val 10000"/>
          </a:avLst>
        </a:prstGeom>
      </dgm:spPr>
    </dgm:pt>
    <dgm:pt modelId="{9C85A5A7-BEDF-47EA-91C4-FE48CA2B1516}" type="pres">
      <dgm:prSet presAssocID="{70940ED9-DCD2-4FE2-8AD5-8BC5CC7E0DE8}" presName="hierChild3" presStyleCnt="0"/>
      <dgm:spPr/>
    </dgm:pt>
    <dgm:pt modelId="{5270CC73-1496-4193-858F-08581C499457}" type="pres">
      <dgm:prSet presAssocID="{4DE84564-304E-4197-83BC-F83D2F8A433F}" presName="Name19" presStyleLbl="parChTrans1D3" presStyleIdx="2" presStyleCnt="4"/>
      <dgm:spPr/>
    </dgm:pt>
    <dgm:pt modelId="{ACDF275F-CED8-4885-AF89-89FBFD90F197}" type="pres">
      <dgm:prSet presAssocID="{E294EE50-DD34-4E0C-8C28-59CAEC527142}" presName="Name21" presStyleCnt="0"/>
      <dgm:spPr/>
    </dgm:pt>
    <dgm:pt modelId="{86797CC1-993D-48A9-811F-246C48DD7707}" type="pres">
      <dgm:prSet presAssocID="{E294EE50-DD34-4E0C-8C28-59CAEC527142}" presName="level2Shape" presStyleLbl="node3" presStyleIdx="2" presStyleCnt="4"/>
      <dgm:spPr>
        <a:xfrm>
          <a:off x="4366449" y="3269580"/>
          <a:ext cx="1677665" cy="1118443"/>
        </a:xfrm>
        <a:prstGeom prst="roundRect">
          <a:avLst>
            <a:gd name="adj" fmla="val 10000"/>
          </a:avLst>
        </a:prstGeom>
      </dgm:spPr>
    </dgm:pt>
    <dgm:pt modelId="{4B8EB6EC-10EF-4250-8FA0-013DB98F0B70}" type="pres">
      <dgm:prSet presAssocID="{E294EE50-DD34-4E0C-8C28-59CAEC527142}" presName="hierChild3" presStyleCnt="0"/>
      <dgm:spPr/>
    </dgm:pt>
    <dgm:pt modelId="{56FF70EF-C081-45FE-8073-D49FDA3F0C6B}" type="pres">
      <dgm:prSet presAssocID="{1028714E-EB99-4BD5-892D-E9019C4B9FE4}" presName="Name19" presStyleLbl="parChTrans1D3" presStyleIdx="3" presStyleCnt="4"/>
      <dgm:spPr/>
    </dgm:pt>
    <dgm:pt modelId="{F3DFEBFF-8355-460A-85C6-E117CD50844D}" type="pres">
      <dgm:prSet presAssocID="{F365C7D1-2440-46B6-AB46-FC630D4D39D6}" presName="Name21" presStyleCnt="0"/>
      <dgm:spPr/>
    </dgm:pt>
    <dgm:pt modelId="{5FFBB526-30BB-4AC8-A6DF-09C003AFEEA4}" type="pres">
      <dgm:prSet presAssocID="{F365C7D1-2440-46B6-AB46-FC630D4D39D6}" presName="level2Shape" presStyleLbl="node3" presStyleIdx="3" presStyleCnt="4"/>
      <dgm:spPr>
        <a:xfrm>
          <a:off x="6547414" y="3269580"/>
          <a:ext cx="1677665" cy="1118443"/>
        </a:xfrm>
        <a:prstGeom prst="roundRect">
          <a:avLst>
            <a:gd name="adj" fmla="val 10000"/>
          </a:avLst>
        </a:prstGeom>
      </dgm:spPr>
    </dgm:pt>
    <dgm:pt modelId="{59D6491E-A7C6-422F-9638-23BE61DE35D0}" type="pres">
      <dgm:prSet presAssocID="{F365C7D1-2440-46B6-AB46-FC630D4D39D6}" presName="hierChild3" presStyleCnt="0"/>
      <dgm:spPr/>
    </dgm:pt>
    <dgm:pt modelId="{F29B2E49-92E3-4E8B-8867-FAF3D4C9679B}" type="pres">
      <dgm:prSet presAssocID="{BD9D7D82-4DA5-4938-AA4B-D0C9B4990C1A}" presName="bgShapesFlow" presStyleCnt="0"/>
      <dgm:spPr/>
    </dgm:pt>
  </dgm:ptLst>
  <dgm:cxnLst>
    <dgm:cxn modelId="{2ED3671A-890A-4C59-8E61-771CFCCCA031}" type="presOf" srcId="{F365C7D1-2440-46B6-AB46-FC630D4D39D6}" destId="{5FFBB526-30BB-4AC8-A6DF-09C003AFEEA4}" srcOrd="0" destOrd="0" presId="urn:microsoft.com/office/officeart/2005/8/layout/hierarchy6"/>
    <dgm:cxn modelId="{5CDD9A1A-2E6D-4871-A3BF-679A11416445}" srcId="{C2AE7C18-10F5-4B0F-B2EF-9D1D7FA44A72}" destId="{70940ED9-DCD2-4FE2-8AD5-8BC5CC7E0DE8}" srcOrd="1" destOrd="0" parTransId="{AE8CCA3E-976B-4DA6-A7A6-03EF81175634}" sibTransId="{EBB4E4B1-1BF7-4B33-A039-01C99B379B64}"/>
    <dgm:cxn modelId="{D6475421-F0D1-4BBA-9AC8-771B560DAA72}" type="presOf" srcId="{9C10523A-E82F-420F-A88D-BABC7D85FDC9}" destId="{E493E0B4-6B37-4BD3-9A02-6CEC7AC5A232}" srcOrd="0" destOrd="0" presId="urn:microsoft.com/office/officeart/2005/8/layout/hierarchy6"/>
    <dgm:cxn modelId="{80D71727-868E-40C6-8F36-4D74D88CF26B}" type="presOf" srcId="{9CD084A1-FFFA-4923-A40B-D8C4B5E37594}" destId="{C55D2BA1-B2DC-4E20-8B98-B9E48AC4D6DF}" srcOrd="0" destOrd="0" presId="urn:microsoft.com/office/officeart/2005/8/layout/hierarchy6"/>
    <dgm:cxn modelId="{90731A2D-DA65-4607-875D-9CDC47126AFD}" srcId="{70940ED9-DCD2-4FE2-8AD5-8BC5CC7E0DE8}" destId="{E294EE50-DD34-4E0C-8C28-59CAEC527142}" srcOrd="0" destOrd="0" parTransId="{4DE84564-304E-4197-83BC-F83D2F8A433F}" sibTransId="{EB3601EA-FA62-4227-9A77-D2C6170B1623}"/>
    <dgm:cxn modelId="{24913331-11C2-46AF-9D79-3264FB893587}" type="presOf" srcId="{F690FBF0-CAA9-47E0-9AEE-3DBC38AFD129}" destId="{5054D58E-7FC0-4463-96A4-E98B64818578}" srcOrd="0" destOrd="0" presId="urn:microsoft.com/office/officeart/2005/8/layout/hierarchy6"/>
    <dgm:cxn modelId="{1F403B32-93CD-472B-889A-CB85DD09B8C4}" srcId="{70940ED9-DCD2-4FE2-8AD5-8BC5CC7E0DE8}" destId="{F365C7D1-2440-46B6-AB46-FC630D4D39D6}" srcOrd="1" destOrd="0" parTransId="{1028714E-EB99-4BD5-892D-E9019C4B9FE4}" sibTransId="{7C045B42-9FCD-4269-BA30-653B2F2C7163}"/>
    <dgm:cxn modelId="{02225F36-B2F6-4220-AE6F-15DEFDC15FA7}" srcId="{BD9D7D82-4DA5-4938-AA4B-D0C9B4990C1A}" destId="{C2AE7C18-10F5-4B0F-B2EF-9D1D7FA44A72}" srcOrd="0" destOrd="0" parTransId="{20131632-6D8E-4FE2-9C3E-5CD5D78D4E84}" sibTransId="{6685EF12-96EC-406D-B02D-0B90CDD90C5B}"/>
    <dgm:cxn modelId="{4A8B0B3F-6C0D-4758-8EDA-FEA3E148B500}" type="presOf" srcId="{AE8CCA3E-976B-4DA6-A7A6-03EF81175634}" destId="{C8BB467B-A7F5-4ACD-8E33-364785955B19}" srcOrd="0" destOrd="0" presId="urn:microsoft.com/office/officeart/2005/8/layout/hierarchy6"/>
    <dgm:cxn modelId="{26C43D5E-3F49-4EFD-9E08-8E29622C60AB}" type="presOf" srcId="{24368BE6-477F-467C-A34C-99AA4940FA51}" destId="{6347875C-7675-476F-A7CE-96C261B15FE1}" srcOrd="0" destOrd="0" presId="urn:microsoft.com/office/officeart/2005/8/layout/hierarchy6"/>
    <dgm:cxn modelId="{E1300B60-F21F-4119-BBA6-83D23EABD5E2}" type="presOf" srcId="{1028714E-EB99-4BD5-892D-E9019C4B9FE4}" destId="{56FF70EF-C081-45FE-8073-D49FDA3F0C6B}" srcOrd="0" destOrd="0" presId="urn:microsoft.com/office/officeart/2005/8/layout/hierarchy6"/>
    <dgm:cxn modelId="{BB633E44-E084-4674-9974-07D6C7957F34}" type="presOf" srcId="{70940ED9-DCD2-4FE2-8AD5-8BC5CC7E0DE8}" destId="{3E1DF03C-1D23-4161-AE6C-70AC66BDAE3A}" srcOrd="0" destOrd="0" presId="urn:microsoft.com/office/officeart/2005/8/layout/hierarchy6"/>
    <dgm:cxn modelId="{2C939978-4BE2-420F-95C9-D8E662EA366F}" type="presOf" srcId="{4CB56FA4-0D2B-4A40-99FD-0F3E5D679134}" destId="{EA9720EE-DE60-4E65-977E-E5CA51DFE9BB}" srcOrd="0" destOrd="0" presId="urn:microsoft.com/office/officeart/2005/8/layout/hierarchy6"/>
    <dgm:cxn modelId="{C8FA8C93-ADC6-416F-B459-2F3BAE3E727C}" srcId="{9CD084A1-FFFA-4923-A40B-D8C4B5E37594}" destId="{4CB56FA4-0D2B-4A40-99FD-0F3E5D679134}" srcOrd="0" destOrd="0" parTransId="{9C10523A-E82F-420F-A88D-BABC7D85FDC9}" sibTransId="{56A3B6BB-C715-46AE-9BEC-6796EFC05320}"/>
    <dgm:cxn modelId="{B90FAFA6-5E72-4008-9F92-6E93CDE058A9}" type="presOf" srcId="{E294EE50-DD34-4E0C-8C28-59CAEC527142}" destId="{86797CC1-993D-48A9-811F-246C48DD7707}" srcOrd="0" destOrd="0" presId="urn:microsoft.com/office/officeart/2005/8/layout/hierarchy6"/>
    <dgm:cxn modelId="{DDA413AF-4497-4A4E-9BDD-9ADE5A05E8B6}" type="presOf" srcId="{BD9D7D82-4DA5-4938-AA4B-D0C9B4990C1A}" destId="{EDC281C9-DABB-4B80-AC40-B86FC71EA194}" srcOrd="0" destOrd="0" presId="urn:microsoft.com/office/officeart/2005/8/layout/hierarchy6"/>
    <dgm:cxn modelId="{D338DDB3-8D01-4031-8B5E-8B2806F14411}" srcId="{C2AE7C18-10F5-4B0F-B2EF-9D1D7FA44A72}" destId="{9CD084A1-FFFA-4923-A40B-D8C4B5E37594}" srcOrd="0" destOrd="0" parTransId="{24368BE6-477F-467C-A34C-99AA4940FA51}" sibTransId="{CAA7331E-D3E9-42B4-A481-D77330E03B07}"/>
    <dgm:cxn modelId="{161C20BA-5C1B-4F41-B7C7-26B5803DB2E5}" type="presOf" srcId="{4DE84564-304E-4197-83BC-F83D2F8A433F}" destId="{5270CC73-1496-4193-858F-08581C499457}" srcOrd="0" destOrd="0" presId="urn:microsoft.com/office/officeart/2005/8/layout/hierarchy6"/>
    <dgm:cxn modelId="{A7F806C1-E604-4985-82EA-13A8061B412A}" type="presOf" srcId="{1E1CCEDA-0171-4DDD-90FB-2D5FC69C27E6}" destId="{E6B2141B-91D2-4BA7-B869-69767AB32220}" srcOrd="0" destOrd="0" presId="urn:microsoft.com/office/officeart/2005/8/layout/hierarchy6"/>
    <dgm:cxn modelId="{74C876C7-E099-4F6F-9BD7-737BC20D5636}" srcId="{9CD084A1-FFFA-4923-A40B-D8C4B5E37594}" destId="{1E1CCEDA-0171-4DDD-90FB-2D5FC69C27E6}" srcOrd="1" destOrd="0" parTransId="{F690FBF0-CAA9-47E0-9AEE-3DBC38AFD129}" sibTransId="{10B3D40E-4B50-461D-8848-B15A0F32B6E7}"/>
    <dgm:cxn modelId="{2E41A2CB-B01A-4F3A-B879-3EAFEBF3FEC3}" type="presOf" srcId="{C2AE7C18-10F5-4B0F-B2EF-9D1D7FA44A72}" destId="{AAE58070-6EF8-4D60-A392-8E9C84BA8B89}" srcOrd="0" destOrd="0" presId="urn:microsoft.com/office/officeart/2005/8/layout/hierarchy6"/>
    <dgm:cxn modelId="{14D9C307-FC56-4321-8AA7-2411E1FDB016}" type="presParOf" srcId="{EDC281C9-DABB-4B80-AC40-B86FC71EA194}" destId="{0DE250F5-7551-461C-A22E-9A64F7760CC0}" srcOrd="0" destOrd="0" presId="urn:microsoft.com/office/officeart/2005/8/layout/hierarchy6"/>
    <dgm:cxn modelId="{549D2C6B-62A7-4BF9-B711-8A752CF20BE6}" type="presParOf" srcId="{0DE250F5-7551-461C-A22E-9A64F7760CC0}" destId="{A0E6A1B8-AED7-4071-843D-1FB45F775E38}" srcOrd="0" destOrd="0" presId="urn:microsoft.com/office/officeart/2005/8/layout/hierarchy6"/>
    <dgm:cxn modelId="{DF0A5006-0592-4AAF-AA7C-6EA10E181E10}" type="presParOf" srcId="{A0E6A1B8-AED7-4071-843D-1FB45F775E38}" destId="{270A984E-BEB1-4A19-8FE4-A6475787771B}" srcOrd="0" destOrd="0" presId="urn:microsoft.com/office/officeart/2005/8/layout/hierarchy6"/>
    <dgm:cxn modelId="{E4500CFC-8F9F-476B-8055-A2D495128166}" type="presParOf" srcId="{270A984E-BEB1-4A19-8FE4-A6475787771B}" destId="{AAE58070-6EF8-4D60-A392-8E9C84BA8B89}" srcOrd="0" destOrd="0" presId="urn:microsoft.com/office/officeart/2005/8/layout/hierarchy6"/>
    <dgm:cxn modelId="{30B2582C-369A-4E7C-BC71-74A9FA608EA2}" type="presParOf" srcId="{270A984E-BEB1-4A19-8FE4-A6475787771B}" destId="{BCF7EA7C-A879-4E64-A54B-966E052997D9}" srcOrd="1" destOrd="0" presId="urn:microsoft.com/office/officeart/2005/8/layout/hierarchy6"/>
    <dgm:cxn modelId="{2F77E44C-26A8-4C43-B1EF-777EB10F569D}" type="presParOf" srcId="{BCF7EA7C-A879-4E64-A54B-966E052997D9}" destId="{6347875C-7675-476F-A7CE-96C261B15FE1}" srcOrd="0" destOrd="0" presId="urn:microsoft.com/office/officeart/2005/8/layout/hierarchy6"/>
    <dgm:cxn modelId="{9A8DB397-3592-4CC4-A655-10F732D3710B}" type="presParOf" srcId="{BCF7EA7C-A879-4E64-A54B-966E052997D9}" destId="{81F100E5-4447-40F3-A9FF-208F03861D3E}" srcOrd="1" destOrd="0" presId="urn:microsoft.com/office/officeart/2005/8/layout/hierarchy6"/>
    <dgm:cxn modelId="{C15DC6A1-D4BD-474F-9F89-2E26552AE664}" type="presParOf" srcId="{81F100E5-4447-40F3-A9FF-208F03861D3E}" destId="{C55D2BA1-B2DC-4E20-8B98-B9E48AC4D6DF}" srcOrd="0" destOrd="0" presId="urn:microsoft.com/office/officeart/2005/8/layout/hierarchy6"/>
    <dgm:cxn modelId="{0D0042EE-737B-4AC5-8303-B4A7613CE74C}" type="presParOf" srcId="{81F100E5-4447-40F3-A9FF-208F03861D3E}" destId="{62EDF9E6-386E-4F9C-A795-39F498519175}" srcOrd="1" destOrd="0" presId="urn:microsoft.com/office/officeart/2005/8/layout/hierarchy6"/>
    <dgm:cxn modelId="{3D7546C4-391B-4A42-BBF4-AFE231BFE140}" type="presParOf" srcId="{62EDF9E6-386E-4F9C-A795-39F498519175}" destId="{E493E0B4-6B37-4BD3-9A02-6CEC7AC5A232}" srcOrd="0" destOrd="0" presId="urn:microsoft.com/office/officeart/2005/8/layout/hierarchy6"/>
    <dgm:cxn modelId="{A174D886-9DB8-4FD5-A123-8D84937E7C80}" type="presParOf" srcId="{62EDF9E6-386E-4F9C-A795-39F498519175}" destId="{155D6D22-C2BB-4035-BDBD-33AF684E9461}" srcOrd="1" destOrd="0" presId="urn:microsoft.com/office/officeart/2005/8/layout/hierarchy6"/>
    <dgm:cxn modelId="{71F667CE-D350-4719-8060-36D203930BED}" type="presParOf" srcId="{155D6D22-C2BB-4035-BDBD-33AF684E9461}" destId="{EA9720EE-DE60-4E65-977E-E5CA51DFE9BB}" srcOrd="0" destOrd="0" presId="urn:microsoft.com/office/officeart/2005/8/layout/hierarchy6"/>
    <dgm:cxn modelId="{AC435DD0-4F15-4408-A869-D109A2B1C514}" type="presParOf" srcId="{155D6D22-C2BB-4035-BDBD-33AF684E9461}" destId="{C612FB13-029E-491D-94C8-A724E6BE158D}" srcOrd="1" destOrd="0" presId="urn:microsoft.com/office/officeart/2005/8/layout/hierarchy6"/>
    <dgm:cxn modelId="{19A144A0-6097-4E05-B631-E92402539432}" type="presParOf" srcId="{62EDF9E6-386E-4F9C-A795-39F498519175}" destId="{5054D58E-7FC0-4463-96A4-E98B64818578}" srcOrd="2" destOrd="0" presId="urn:microsoft.com/office/officeart/2005/8/layout/hierarchy6"/>
    <dgm:cxn modelId="{6061CF84-9E3F-4170-9ACB-8AB24417E976}" type="presParOf" srcId="{62EDF9E6-386E-4F9C-A795-39F498519175}" destId="{B7AEE1E8-E850-4179-962C-9652B77FB84A}" srcOrd="3" destOrd="0" presId="urn:microsoft.com/office/officeart/2005/8/layout/hierarchy6"/>
    <dgm:cxn modelId="{001CD338-FF41-4592-B673-CA484F424B9D}" type="presParOf" srcId="{B7AEE1E8-E850-4179-962C-9652B77FB84A}" destId="{E6B2141B-91D2-4BA7-B869-69767AB32220}" srcOrd="0" destOrd="0" presId="urn:microsoft.com/office/officeart/2005/8/layout/hierarchy6"/>
    <dgm:cxn modelId="{721DD22E-E472-4E0F-B7BF-B1BEF3E073AA}" type="presParOf" srcId="{B7AEE1E8-E850-4179-962C-9652B77FB84A}" destId="{8444667D-0400-440F-A7E4-EEB5DAE4591C}" srcOrd="1" destOrd="0" presId="urn:microsoft.com/office/officeart/2005/8/layout/hierarchy6"/>
    <dgm:cxn modelId="{8CEE872B-4F90-4B4C-B582-46BC0A40B2DD}" type="presParOf" srcId="{BCF7EA7C-A879-4E64-A54B-966E052997D9}" destId="{C8BB467B-A7F5-4ACD-8E33-364785955B19}" srcOrd="2" destOrd="0" presId="urn:microsoft.com/office/officeart/2005/8/layout/hierarchy6"/>
    <dgm:cxn modelId="{B3AC01B5-7BD7-4409-B5FD-D2F754079C96}" type="presParOf" srcId="{BCF7EA7C-A879-4E64-A54B-966E052997D9}" destId="{36080E7E-120A-4059-BC0B-019ED9CA2DFD}" srcOrd="3" destOrd="0" presId="urn:microsoft.com/office/officeart/2005/8/layout/hierarchy6"/>
    <dgm:cxn modelId="{5D7743B0-4443-4541-90C0-C2624D3A5B34}" type="presParOf" srcId="{36080E7E-120A-4059-BC0B-019ED9CA2DFD}" destId="{3E1DF03C-1D23-4161-AE6C-70AC66BDAE3A}" srcOrd="0" destOrd="0" presId="urn:microsoft.com/office/officeart/2005/8/layout/hierarchy6"/>
    <dgm:cxn modelId="{F75247DF-F6EB-4BC4-B59A-7A8C10EE4395}" type="presParOf" srcId="{36080E7E-120A-4059-BC0B-019ED9CA2DFD}" destId="{9C85A5A7-BEDF-47EA-91C4-FE48CA2B1516}" srcOrd="1" destOrd="0" presId="urn:microsoft.com/office/officeart/2005/8/layout/hierarchy6"/>
    <dgm:cxn modelId="{D35D3043-7FAA-4411-B5F8-3FB544428497}" type="presParOf" srcId="{9C85A5A7-BEDF-47EA-91C4-FE48CA2B1516}" destId="{5270CC73-1496-4193-858F-08581C499457}" srcOrd="0" destOrd="0" presId="urn:microsoft.com/office/officeart/2005/8/layout/hierarchy6"/>
    <dgm:cxn modelId="{7714F2BE-9F7E-415E-9C56-53BB61A705EF}" type="presParOf" srcId="{9C85A5A7-BEDF-47EA-91C4-FE48CA2B1516}" destId="{ACDF275F-CED8-4885-AF89-89FBFD90F197}" srcOrd="1" destOrd="0" presId="urn:microsoft.com/office/officeart/2005/8/layout/hierarchy6"/>
    <dgm:cxn modelId="{4F42FCFA-8ABB-4FE7-A391-7295473E588F}" type="presParOf" srcId="{ACDF275F-CED8-4885-AF89-89FBFD90F197}" destId="{86797CC1-993D-48A9-811F-246C48DD7707}" srcOrd="0" destOrd="0" presId="urn:microsoft.com/office/officeart/2005/8/layout/hierarchy6"/>
    <dgm:cxn modelId="{61F74605-72DD-4BB7-ABEC-2EABFF9D6FA4}" type="presParOf" srcId="{ACDF275F-CED8-4885-AF89-89FBFD90F197}" destId="{4B8EB6EC-10EF-4250-8FA0-013DB98F0B70}" srcOrd="1" destOrd="0" presId="urn:microsoft.com/office/officeart/2005/8/layout/hierarchy6"/>
    <dgm:cxn modelId="{E646B40C-ED82-4BCD-A5B0-B8D96F3C0368}" type="presParOf" srcId="{9C85A5A7-BEDF-47EA-91C4-FE48CA2B1516}" destId="{56FF70EF-C081-45FE-8073-D49FDA3F0C6B}" srcOrd="2" destOrd="0" presId="urn:microsoft.com/office/officeart/2005/8/layout/hierarchy6"/>
    <dgm:cxn modelId="{1D2AAD64-2F7E-4067-8012-F700226E5BCF}" type="presParOf" srcId="{9C85A5A7-BEDF-47EA-91C4-FE48CA2B1516}" destId="{F3DFEBFF-8355-460A-85C6-E117CD50844D}" srcOrd="3" destOrd="0" presId="urn:microsoft.com/office/officeart/2005/8/layout/hierarchy6"/>
    <dgm:cxn modelId="{A54549CC-F8C6-45FF-92CD-3D8E72023035}" type="presParOf" srcId="{F3DFEBFF-8355-460A-85C6-E117CD50844D}" destId="{5FFBB526-30BB-4AC8-A6DF-09C003AFEEA4}" srcOrd="0" destOrd="0" presId="urn:microsoft.com/office/officeart/2005/8/layout/hierarchy6"/>
    <dgm:cxn modelId="{F8B77FA3-DD70-4620-9960-FEE5B1C7CA1B}" type="presParOf" srcId="{F3DFEBFF-8355-460A-85C6-E117CD50844D}" destId="{59D6491E-A7C6-422F-9638-23BE61DE35D0}" srcOrd="1" destOrd="0" presId="urn:microsoft.com/office/officeart/2005/8/layout/hierarchy6"/>
    <dgm:cxn modelId="{07060A49-90D4-4D2E-9D3D-7B6E35F69537}" type="presParOf" srcId="{EDC281C9-DABB-4B80-AC40-B86FC71EA194}" destId="{F29B2E49-92E3-4E8B-8867-FAF3D4C9679B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58070-6EF8-4D60-A392-8E9C84BA8B89}">
      <dsp:nvSpPr>
        <dsp:cNvPr id="0" name=""/>
        <dsp:cNvSpPr/>
      </dsp:nvSpPr>
      <dsp:spPr>
        <a:xfrm>
          <a:off x="3401300" y="33353"/>
          <a:ext cx="858508" cy="572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52 card deck</a:t>
          </a:r>
          <a:endParaRPr lang="en-IN" sz="1300" kern="1200" dirty="0"/>
        </a:p>
      </dsp:txBody>
      <dsp:txXfrm>
        <a:off x="3418063" y="50116"/>
        <a:ext cx="824982" cy="538812"/>
      </dsp:txXfrm>
    </dsp:sp>
    <dsp:sp modelId="{6347875C-7675-476F-A7CE-96C261B15FE1}">
      <dsp:nvSpPr>
        <dsp:cNvPr id="0" name=""/>
        <dsp:cNvSpPr/>
      </dsp:nvSpPr>
      <dsp:spPr>
        <a:xfrm>
          <a:off x="2156463" y="605692"/>
          <a:ext cx="1674090" cy="196163"/>
        </a:xfrm>
        <a:custGeom>
          <a:avLst/>
          <a:gdLst/>
          <a:ahLst/>
          <a:cxnLst/>
          <a:rect l="0" t="0" r="0" b="0"/>
          <a:pathLst>
            <a:path>
              <a:moveTo>
                <a:pt x="1674090" y="0"/>
              </a:moveTo>
              <a:lnTo>
                <a:pt x="1674090" y="98081"/>
              </a:lnTo>
              <a:lnTo>
                <a:pt x="0" y="98081"/>
              </a:lnTo>
              <a:lnTo>
                <a:pt x="0" y="19616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D2BA1-B2DC-4E20-8B98-B9E48AC4D6DF}">
      <dsp:nvSpPr>
        <dsp:cNvPr id="0" name=""/>
        <dsp:cNvSpPr/>
      </dsp:nvSpPr>
      <dsp:spPr>
        <a:xfrm>
          <a:off x="1727209" y="801855"/>
          <a:ext cx="858508" cy="572338"/>
        </a:xfrm>
        <a:prstGeom prst="roundRect">
          <a:avLst>
            <a:gd name="adj" fmla="val 10000"/>
          </a:avLst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SPADES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13 cards</a:t>
          </a:r>
        </a:p>
      </dsp:txBody>
      <dsp:txXfrm>
        <a:off x="1743972" y="818618"/>
        <a:ext cx="824982" cy="538812"/>
      </dsp:txXfrm>
    </dsp:sp>
    <dsp:sp modelId="{D0F8197C-D23D-4507-B59D-71722E0B62FE}">
      <dsp:nvSpPr>
        <dsp:cNvPr id="0" name=""/>
        <dsp:cNvSpPr/>
      </dsp:nvSpPr>
      <dsp:spPr>
        <a:xfrm>
          <a:off x="3272524" y="605692"/>
          <a:ext cx="558030" cy="196163"/>
        </a:xfrm>
        <a:custGeom>
          <a:avLst/>
          <a:gdLst/>
          <a:ahLst/>
          <a:cxnLst/>
          <a:rect l="0" t="0" r="0" b="0"/>
          <a:pathLst>
            <a:path>
              <a:moveTo>
                <a:pt x="558030" y="0"/>
              </a:moveTo>
              <a:lnTo>
                <a:pt x="558030" y="98081"/>
              </a:lnTo>
              <a:lnTo>
                <a:pt x="0" y="98081"/>
              </a:lnTo>
              <a:lnTo>
                <a:pt x="0" y="19616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842D37-30A9-4B3B-AD5E-DE745F3E15C5}">
      <dsp:nvSpPr>
        <dsp:cNvPr id="0" name=""/>
        <dsp:cNvSpPr/>
      </dsp:nvSpPr>
      <dsp:spPr>
        <a:xfrm>
          <a:off x="2843270" y="801855"/>
          <a:ext cx="858508" cy="572338"/>
        </a:xfrm>
        <a:prstGeom prst="roundRect">
          <a:avLst>
            <a:gd name="adj" fmla="val 10000"/>
          </a:avLst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CLUBS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13  cards</a:t>
          </a:r>
        </a:p>
      </dsp:txBody>
      <dsp:txXfrm>
        <a:off x="2860033" y="818618"/>
        <a:ext cx="824982" cy="538812"/>
      </dsp:txXfrm>
    </dsp:sp>
    <dsp:sp modelId="{CA4515B8-6D4A-489B-8DD1-181BD37D98E0}">
      <dsp:nvSpPr>
        <dsp:cNvPr id="0" name=""/>
        <dsp:cNvSpPr/>
      </dsp:nvSpPr>
      <dsp:spPr>
        <a:xfrm>
          <a:off x="3830554" y="605692"/>
          <a:ext cx="558030" cy="1961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081"/>
              </a:lnTo>
              <a:lnTo>
                <a:pt x="558030" y="98081"/>
              </a:lnTo>
              <a:lnTo>
                <a:pt x="558030" y="19616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515FD0-DCCD-436B-81B4-2AB3359B4C39}">
      <dsp:nvSpPr>
        <dsp:cNvPr id="0" name=""/>
        <dsp:cNvSpPr/>
      </dsp:nvSpPr>
      <dsp:spPr>
        <a:xfrm>
          <a:off x="3959330" y="801855"/>
          <a:ext cx="858508" cy="572338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HEARTS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13 cards</a:t>
          </a:r>
        </a:p>
      </dsp:txBody>
      <dsp:txXfrm>
        <a:off x="3976093" y="818618"/>
        <a:ext cx="824982" cy="538812"/>
      </dsp:txXfrm>
    </dsp:sp>
    <dsp:sp modelId="{C8BB467B-A7F5-4ACD-8E33-364785955B19}">
      <dsp:nvSpPr>
        <dsp:cNvPr id="0" name=""/>
        <dsp:cNvSpPr/>
      </dsp:nvSpPr>
      <dsp:spPr>
        <a:xfrm>
          <a:off x="3830554" y="605692"/>
          <a:ext cx="1674090" cy="1961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081"/>
              </a:lnTo>
              <a:lnTo>
                <a:pt x="1674090" y="98081"/>
              </a:lnTo>
              <a:lnTo>
                <a:pt x="1674090" y="19616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1DF03C-1D23-4161-AE6C-70AC66BDAE3A}">
      <dsp:nvSpPr>
        <dsp:cNvPr id="0" name=""/>
        <dsp:cNvSpPr/>
      </dsp:nvSpPr>
      <dsp:spPr>
        <a:xfrm>
          <a:off x="5075391" y="801855"/>
          <a:ext cx="858508" cy="572338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Diamonds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13 cards</a:t>
          </a:r>
        </a:p>
      </dsp:txBody>
      <dsp:txXfrm>
        <a:off x="5092154" y="818618"/>
        <a:ext cx="824982" cy="538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58070-6EF8-4D60-A392-8E9C84BA8B89}">
      <dsp:nvSpPr>
        <dsp:cNvPr id="0" name=""/>
        <dsp:cNvSpPr/>
      </dsp:nvSpPr>
      <dsp:spPr>
        <a:xfrm>
          <a:off x="3556331" y="29945"/>
          <a:ext cx="774036" cy="516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52 card deck</a:t>
          </a:r>
          <a:endParaRPr lang="en-IN" sz="1100" kern="1200" dirty="0"/>
        </a:p>
      </dsp:txBody>
      <dsp:txXfrm>
        <a:off x="3571445" y="45059"/>
        <a:ext cx="743808" cy="485796"/>
      </dsp:txXfrm>
    </dsp:sp>
    <dsp:sp modelId="{6347875C-7675-476F-A7CE-96C261B15FE1}">
      <dsp:nvSpPr>
        <dsp:cNvPr id="0" name=""/>
        <dsp:cNvSpPr/>
      </dsp:nvSpPr>
      <dsp:spPr>
        <a:xfrm>
          <a:off x="2433978" y="545969"/>
          <a:ext cx="1509371" cy="176862"/>
        </a:xfrm>
        <a:custGeom>
          <a:avLst/>
          <a:gdLst/>
          <a:ahLst/>
          <a:cxnLst/>
          <a:rect l="0" t="0" r="0" b="0"/>
          <a:pathLst>
            <a:path>
              <a:moveTo>
                <a:pt x="1509371" y="0"/>
              </a:moveTo>
              <a:lnTo>
                <a:pt x="1509371" y="88431"/>
              </a:lnTo>
              <a:lnTo>
                <a:pt x="0" y="88431"/>
              </a:lnTo>
              <a:lnTo>
                <a:pt x="0" y="1768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D2BA1-B2DC-4E20-8B98-B9E48AC4D6DF}">
      <dsp:nvSpPr>
        <dsp:cNvPr id="0" name=""/>
        <dsp:cNvSpPr/>
      </dsp:nvSpPr>
      <dsp:spPr>
        <a:xfrm>
          <a:off x="2046960" y="722831"/>
          <a:ext cx="774036" cy="516024"/>
        </a:xfrm>
        <a:prstGeom prst="roundRect">
          <a:avLst>
            <a:gd name="adj" fmla="val 10000"/>
          </a:avLst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SPADES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13 cards</a:t>
          </a:r>
        </a:p>
      </dsp:txBody>
      <dsp:txXfrm>
        <a:off x="2062074" y="737945"/>
        <a:ext cx="743808" cy="485796"/>
      </dsp:txXfrm>
    </dsp:sp>
    <dsp:sp modelId="{D0F8197C-D23D-4507-B59D-71722E0B62FE}">
      <dsp:nvSpPr>
        <dsp:cNvPr id="0" name=""/>
        <dsp:cNvSpPr/>
      </dsp:nvSpPr>
      <dsp:spPr>
        <a:xfrm>
          <a:off x="3440226" y="545969"/>
          <a:ext cx="503123" cy="176862"/>
        </a:xfrm>
        <a:custGeom>
          <a:avLst/>
          <a:gdLst/>
          <a:ahLst/>
          <a:cxnLst/>
          <a:rect l="0" t="0" r="0" b="0"/>
          <a:pathLst>
            <a:path>
              <a:moveTo>
                <a:pt x="503123" y="0"/>
              </a:moveTo>
              <a:lnTo>
                <a:pt x="503123" y="88431"/>
              </a:lnTo>
              <a:lnTo>
                <a:pt x="0" y="88431"/>
              </a:lnTo>
              <a:lnTo>
                <a:pt x="0" y="1768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842D37-30A9-4B3B-AD5E-DE745F3E15C5}">
      <dsp:nvSpPr>
        <dsp:cNvPr id="0" name=""/>
        <dsp:cNvSpPr/>
      </dsp:nvSpPr>
      <dsp:spPr>
        <a:xfrm>
          <a:off x="3053208" y="722831"/>
          <a:ext cx="774036" cy="516024"/>
        </a:xfrm>
        <a:prstGeom prst="roundRect">
          <a:avLst>
            <a:gd name="adj" fmla="val 10000"/>
          </a:avLst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CLUBS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13  cards</a:t>
          </a:r>
        </a:p>
      </dsp:txBody>
      <dsp:txXfrm>
        <a:off x="3068322" y="737945"/>
        <a:ext cx="743808" cy="485796"/>
      </dsp:txXfrm>
    </dsp:sp>
    <dsp:sp modelId="{CA4515B8-6D4A-489B-8DD1-181BD37D98E0}">
      <dsp:nvSpPr>
        <dsp:cNvPr id="0" name=""/>
        <dsp:cNvSpPr/>
      </dsp:nvSpPr>
      <dsp:spPr>
        <a:xfrm>
          <a:off x="3943350" y="545969"/>
          <a:ext cx="503123" cy="176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431"/>
              </a:lnTo>
              <a:lnTo>
                <a:pt x="503123" y="88431"/>
              </a:lnTo>
              <a:lnTo>
                <a:pt x="503123" y="1768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515FD0-DCCD-436B-81B4-2AB3359B4C39}">
      <dsp:nvSpPr>
        <dsp:cNvPr id="0" name=""/>
        <dsp:cNvSpPr/>
      </dsp:nvSpPr>
      <dsp:spPr>
        <a:xfrm>
          <a:off x="4059455" y="722831"/>
          <a:ext cx="774036" cy="516024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HEARTS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13 cards</a:t>
          </a:r>
        </a:p>
      </dsp:txBody>
      <dsp:txXfrm>
        <a:off x="4074569" y="737945"/>
        <a:ext cx="743808" cy="485796"/>
      </dsp:txXfrm>
    </dsp:sp>
    <dsp:sp modelId="{C8BB467B-A7F5-4ACD-8E33-364785955B19}">
      <dsp:nvSpPr>
        <dsp:cNvPr id="0" name=""/>
        <dsp:cNvSpPr/>
      </dsp:nvSpPr>
      <dsp:spPr>
        <a:xfrm>
          <a:off x="3943350" y="545969"/>
          <a:ext cx="1509371" cy="176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431"/>
              </a:lnTo>
              <a:lnTo>
                <a:pt x="1509371" y="88431"/>
              </a:lnTo>
              <a:lnTo>
                <a:pt x="1509371" y="1768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1DF03C-1D23-4161-AE6C-70AC66BDAE3A}">
      <dsp:nvSpPr>
        <dsp:cNvPr id="0" name=""/>
        <dsp:cNvSpPr/>
      </dsp:nvSpPr>
      <dsp:spPr>
        <a:xfrm>
          <a:off x="5065702" y="722831"/>
          <a:ext cx="774036" cy="516024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Diamonds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13 cards</a:t>
          </a:r>
        </a:p>
      </dsp:txBody>
      <dsp:txXfrm>
        <a:off x="5080816" y="737945"/>
        <a:ext cx="743808" cy="4857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58070-6EF8-4D60-A392-8E9C84BA8B89}">
      <dsp:nvSpPr>
        <dsp:cNvPr id="0" name=""/>
        <dsp:cNvSpPr/>
      </dsp:nvSpPr>
      <dsp:spPr>
        <a:xfrm>
          <a:off x="3275967" y="201981"/>
          <a:ext cx="1677665" cy="1118443"/>
        </a:xfrm>
        <a:prstGeom prst="roundRect">
          <a:avLst>
            <a:gd name="adj" fmla="val 10000"/>
          </a:avLst>
        </a:prstGeom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Bank Model</a:t>
          </a:r>
          <a:endParaRPr lang="en-IN" sz="17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3308725" y="234739"/>
        <a:ext cx="1612149" cy="1052927"/>
      </dsp:txXfrm>
    </dsp:sp>
    <dsp:sp modelId="{6347875C-7675-476F-A7CE-96C261B15FE1}">
      <dsp:nvSpPr>
        <dsp:cNvPr id="0" name=""/>
        <dsp:cNvSpPr/>
      </dsp:nvSpPr>
      <dsp:spPr>
        <a:xfrm>
          <a:off x="1933835" y="1320424"/>
          <a:ext cx="2180964" cy="383335"/>
        </a:xfrm>
        <a:custGeom>
          <a:avLst/>
          <a:gdLst/>
          <a:ahLst/>
          <a:cxnLst/>
          <a:rect l="0" t="0" r="0" b="0"/>
          <a:pathLst>
            <a:path>
              <a:moveTo>
                <a:pt x="2180964" y="0"/>
              </a:moveTo>
              <a:lnTo>
                <a:pt x="2180964" y="191667"/>
              </a:lnTo>
              <a:lnTo>
                <a:pt x="0" y="191667"/>
              </a:lnTo>
              <a:lnTo>
                <a:pt x="0" y="38333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D2BA1-B2DC-4E20-8B98-B9E48AC4D6DF}">
      <dsp:nvSpPr>
        <dsp:cNvPr id="0" name=""/>
        <dsp:cNvSpPr/>
      </dsp:nvSpPr>
      <dsp:spPr>
        <a:xfrm>
          <a:off x="1095002" y="1703759"/>
          <a:ext cx="1677665" cy="1118443"/>
        </a:xfrm>
        <a:prstGeom prst="roundRect">
          <a:avLst>
            <a:gd name="adj" fmla="val 10000"/>
          </a:avLst>
        </a:prstGeom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Defaulter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5%</a:t>
          </a:r>
        </a:p>
      </dsp:txBody>
      <dsp:txXfrm>
        <a:off x="1127760" y="1736517"/>
        <a:ext cx="1612149" cy="1052927"/>
      </dsp:txXfrm>
    </dsp:sp>
    <dsp:sp modelId="{E493E0B4-6B37-4BD3-9A02-6CEC7AC5A232}">
      <dsp:nvSpPr>
        <dsp:cNvPr id="0" name=""/>
        <dsp:cNvSpPr/>
      </dsp:nvSpPr>
      <dsp:spPr>
        <a:xfrm>
          <a:off x="843353" y="2822203"/>
          <a:ext cx="1090482" cy="447377"/>
        </a:xfrm>
        <a:custGeom>
          <a:avLst/>
          <a:gdLst/>
          <a:ahLst/>
          <a:cxnLst/>
          <a:rect l="0" t="0" r="0" b="0"/>
          <a:pathLst>
            <a:path>
              <a:moveTo>
                <a:pt x="1090482" y="0"/>
              </a:moveTo>
              <a:lnTo>
                <a:pt x="1090482" y="223688"/>
              </a:lnTo>
              <a:lnTo>
                <a:pt x="0" y="223688"/>
              </a:lnTo>
              <a:lnTo>
                <a:pt x="0" y="44737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9720EE-DE60-4E65-977E-E5CA51DFE9BB}">
      <dsp:nvSpPr>
        <dsp:cNvPr id="0" name=""/>
        <dsp:cNvSpPr/>
      </dsp:nvSpPr>
      <dsp:spPr>
        <a:xfrm>
          <a:off x="4520" y="3269580"/>
          <a:ext cx="1677665" cy="1118443"/>
        </a:xfrm>
        <a:prstGeom prst="roundRect">
          <a:avLst>
            <a:gd name="adj" fmla="val 10000"/>
          </a:avLst>
        </a:prstGeom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High Risk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90%</a:t>
          </a:r>
        </a:p>
      </dsp:txBody>
      <dsp:txXfrm>
        <a:off x="37278" y="3302338"/>
        <a:ext cx="1612149" cy="1052927"/>
      </dsp:txXfrm>
    </dsp:sp>
    <dsp:sp modelId="{5054D58E-7FC0-4463-96A4-E98B64818578}">
      <dsp:nvSpPr>
        <dsp:cNvPr id="0" name=""/>
        <dsp:cNvSpPr/>
      </dsp:nvSpPr>
      <dsp:spPr>
        <a:xfrm>
          <a:off x="1933835" y="2822203"/>
          <a:ext cx="1090482" cy="447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688"/>
              </a:lnTo>
              <a:lnTo>
                <a:pt x="1090482" y="223688"/>
              </a:lnTo>
              <a:lnTo>
                <a:pt x="1090482" y="44737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B2141B-91D2-4BA7-B869-69767AB32220}">
      <dsp:nvSpPr>
        <dsp:cNvPr id="0" name=""/>
        <dsp:cNvSpPr/>
      </dsp:nvSpPr>
      <dsp:spPr>
        <a:xfrm>
          <a:off x="2185485" y="3269580"/>
          <a:ext cx="1677665" cy="1118443"/>
        </a:xfrm>
        <a:prstGeom prst="roundRect">
          <a:avLst>
            <a:gd name="adj" fmla="val 10000"/>
          </a:avLst>
        </a:prstGeom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No </a:t>
          </a: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Risk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10%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(false negative)</a:t>
          </a:r>
        </a:p>
      </dsp:txBody>
      <dsp:txXfrm>
        <a:off x="2218243" y="3302338"/>
        <a:ext cx="1612149" cy="1052927"/>
      </dsp:txXfrm>
    </dsp:sp>
    <dsp:sp modelId="{C8BB467B-A7F5-4ACD-8E33-364785955B19}">
      <dsp:nvSpPr>
        <dsp:cNvPr id="0" name=""/>
        <dsp:cNvSpPr/>
      </dsp:nvSpPr>
      <dsp:spPr>
        <a:xfrm>
          <a:off x="4114800" y="1320424"/>
          <a:ext cx="2180964" cy="3833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667"/>
              </a:lnTo>
              <a:lnTo>
                <a:pt x="2180964" y="191667"/>
              </a:lnTo>
              <a:lnTo>
                <a:pt x="2180964" y="38333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1DF03C-1D23-4161-AE6C-70AC66BDAE3A}">
      <dsp:nvSpPr>
        <dsp:cNvPr id="0" name=""/>
        <dsp:cNvSpPr/>
      </dsp:nvSpPr>
      <dsp:spPr>
        <a:xfrm>
          <a:off x="5456932" y="1703759"/>
          <a:ext cx="1677665" cy="1118443"/>
        </a:xfrm>
        <a:prstGeom prst="roundRect">
          <a:avLst>
            <a:gd name="adj" fmla="val 10000"/>
          </a:avLst>
        </a:prstGeom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Non Defaulter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95%</a:t>
          </a:r>
        </a:p>
      </dsp:txBody>
      <dsp:txXfrm>
        <a:off x="5489690" y="1736517"/>
        <a:ext cx="1612149" cy="1052927"/>
      </dsp:txXfrm>
    </dsp:sp>
    <dsp:sp modelId="{5270CC73-1496-4193-858F-08581C499457}">
      <dsp:nvSpPr>
        <dsp:cNvPr id="0" name=""/>
        <dsp:cNvSpPr/>
      </dsp:nvSpPr>
      <dsp:spPr>
        <a:xfrm>
          <a:off x="5205282" y="2822203"/>
          <a:ext cx="1090482" cy="447377"/>
        </a:xfrm>
        <a:custGeom>
          <a:avLst/>
          <a:gdLst/>
          <a:ahLst/>
          <a:cxnLst/>
          <a:rect l="0" t="0" r="0" b="0"/>
          <a:pathLst>
            <a:path>
              <a:moveTo>
                <a:pt x="1090482" y="0"/>
              </a:moveTo>
              <a:lnTo>
                <a:pt x="1090482" y="223688"/>
              </a:lnTo>
              <a:lnTo>
                <a:pt x="0" y="223688"/>
              </a:lnTo>
              <a:lnTo>
                <a:pt x="0" y="44737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797CC1-993D-48A9-811F-246C48DD7707}">
      <dsp:nvSpPr>
        <dsp:cNvPr id="0" name=""/>
        <dsp:cNvSpPr/>
      </dsp:nvSpPr>
      <dsp:spPr>
        <a:xfrm>
          <a:off x="4366449" y="3269580"/>
          <a:ext cx="1677665" cy="1118443"/>
        </a:xfrm>
        <a:prstGeom prst="roundRect">
          <a:avLst>
            <a:gd name="adj" fmla="val 10000"/>
          </a:avLst>
        </a:prstGeom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High</a:t>
          </a:r>
          <a:r>
            <a:rPr lang="en-IN" sz="1700" kern="1200" dirty="0"/>
            <a:t> Risk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20%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(false positive)</a:t>
          </a:r>
        </a:p>
      </dsp:txBody>
      <dsp:txXfrm>
        <a:off x="4399207" y="3302338"/>
        <a:ext cx="1612149" cy="1052927"/>
      </dsp:txXfrm>
    </dsp:sp>
    <dsp:sp modelId="{56FF70EF-C081-45FE-8073-D49FDA3F0C6B}">
      <dsp:nvSpPr>
        <dsp:cNvPr id="0" name=""/>
        <dsp:cNvSpPr/>
      </dsp:nvSpPr>
      <dsp:spPr>
        <a:xfrm>
          <a:off x="6295764" y="2822203"/>
          <a:ext cx="1090482" cy="447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688"/>
              </a:lnTo>
              <a:lnTo>
                <a:pt x="1090482" y="223688"/>
              </a:lnTo>
              <a:lnTo>
                <a:pt x="1090482" y="44737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FBB526-30BB-4AC8-A6DF-09C003AFEEA4}">
      <dsp:nvSpPr>
        <dsp:cNvPr id="0" name=""/>
        <dsp:cNvSpPr/>
      </dsp:nvSpPr>
      <dsp:spPr>
        <a:xfrm>
          <a:off x="6547414" y="3269580"/>
          <a:ext cx="1677665" cy="1118443"/>
        </a:xfrm>
        <a:prstGeom prst="roundRect">
          <a:avLst>
            <a:gd name="adj" fmla="val 10000"/>
          </a:avLst>
        </a:prstGeom>
        <a:solidFill>
          <a:srgbClr val="156082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No Risk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80%</a:t>
          </a:r>
        </a:p>
      </dsp:txBody>
      <dsp:txXfrm>
        <a:off x="6580172" y="3302338"/>
        <a:ext cx="1612149" cy="1052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09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977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93423-6E95-119A-9D66-6264BA6C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9EF4C-A9A8-1B9C-6484-761CDAA4C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D9999-C2CB-375C-2E41-D85C4D1B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In ML, sample space often represents all possible inputs or outputs in a dataset.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Event = favorable outcome</a:t>
            </a:r>
          </a:p>
          <a:p>
            <a:pPr marL="0" indent="0">
              <a:buNone/>
            </a:pPr>
            <a:r>
              <a:rPr lang="en-US" sz="1200" dirty="0"/>
              <a:t>In ML: Event could represent a prediction outcome, e.g., 'email is spam'.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4592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47B2-BAEB-6844-7EA5-B7AD6D50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63363-1840-775E-AF69-FDF9CFD70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3BA67-01E5-EA3E-A9FC-8BF2F11FD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joint probability is  what is the probability of two different events happening together. So the probability of some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event X and the probability of some event Y together.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P(4) = 1/52 is incorrect .. This is to check audience attention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P(4) = 4/52 = 1/13</a:t>
            </a:r>
          </a:p>
          <a:p>
            <a:r>
              <a:rPr lang="en-US" dirty="0"/>
              <a:t>Probability that an email is spam (A) AND contains the word 'free' (B).</a:t>
            </a:r>
          </a:p>
          <a:p>
            <a:r>
              <a:rPr lang="en-US" dirty="0"/>
              <a:t>Used in algorithms like Naive Bayes to combine feature probabilities.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217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3F5B-A8B9-0F8B-E2D9-4442E2EF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7587-1908-8A51-C553-579A40B15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9A2F6-054D-91EE-0C19-0E8E8399C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/>
              <a:t>Used </a:t>
            </a:r>
            <a:r>
              <a:rPr lang="en-US" dirty="0"/>
              <a:t>in ML for classification, Bayesian inference, and feature relevance.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628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5373-2F40-7F36-A696-B162B199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5E24C-6FC2-8E3B-68E5-719EA5EFD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DF45A-5939-BA5C-EEF3-CEE3A647F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864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89C09-DD00-A8AE-5EF4-AEF37489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F7CE4-083A-7362-7FCB-6E11AD72B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1CC10-9DF0-82ED-A470-900AB3F34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6161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7CD3E-9420-984C-234B-36DB7C92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7B931-065E-9012-A799-70D346643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1B7BC-00D3-D2C2-58E9-2E244C86D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562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6E0E2-40B7-6A28-166F-960047A1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56DF8-2B3E-1F3F-D724-3406D61C5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D40DA-D9C7-3EED-5F0A-2D7470159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05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2CC7C-F78D-31BF-0440-BDCC16CCA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B9A71-26C0-F376-3BC5-2FD44518A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18D79-5A7F-84A4-B619-B499CCC24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83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C4C9-FD1C-A4FB-859F-723159C3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17F6F-1B9B-2DAD-866C-BAE5FD862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475C9-EBA9-6375-46B5-440D7C029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507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8E10-9657-7F0A-7165-013FD9E0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0C33B-FF47-48E1-EB9B-1A759C9E9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ED4D6-31DB-C440-8536-4F864F385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0E76C-F12F-E7E2-D8C4-F857AFF2A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0697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12F57E-A79B-23D7-B8F4-E70E5DD1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Probability in Machine Learning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095949BF-35B6-02E5-BC31-41348EE6D1C7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523F4-606D-C973-6EE2-F8B6F2F70578}"/>
              </a:ext>
            </a:extLst>
          </p:cNvPr>
          <p:cNvSpPr txBox="1"/>
          <p:nvPr/>
        </p:nvSpPr>
        <p:spPr>
          <a:xfrm>
            <a:off x="1130968" y="1648327"/>
            <a:ext cx="7086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Machine learning is about making predictions based on data and probability is way to quantify those predictions</a:t>
            </a:r>
          </a:p>
          <a:p>
            <a:endParaRPr lang="en-US" sz="2000" dirty="0"/>
          </a:p>
          <a:p>
            <a:r>
              <a:rPr lang="en-US" sz="2000" b="1" dirty="0"/>
              <a:t>Key areas:</a:t>
            </a:r>
          </a:p>
          <a:p>
            <a:endParaRPr lang="en-US" sz="2000" b="1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Sample Space and Events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Joint Probability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Conditional Probability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Bayes Theorem</a:t>
            </a:r>
          </a:p>
        </p:txBody>
      </p:sp>
    </p:spTree>
    <p:extLst>
      <p:ext uri="{BB962C8B-B14F-4D97-AF65-F5344CB8AC3E}">
        <p14:creationId xmlns:p14="http://schemas.microsoft.com/office/powerpoint/2010/main" val="86351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EE57-4A42-91F7-C1D4-E906A0CD2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933C91-1B45-1A47-F1AC-CD1396F90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Sample Space and events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4F47D31-123B-B05A-0916-A39171D65BC0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7549E4-8BC7-C75D-DE1E-DF22D3BD7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48" y="1227074"/>
            <a:ext cx="7952873" cy="1949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dirty="0"/>
              <a:t>The sample space (S) is the set of all possible outcomes of a random experiment.</a:t>
            </a:r>
          </a:p>
          <a:p>
            <a:pPr marL="0" indent="0">
              <a:buNone/>
            </a:pPr>
            <a:r>
              <a:rPr sz="1800" dirty="0"/>
              <a:t>Example:</a:t>
            </a:r>
          </a:p>
          <a:p>
            <a:pPr marL="0" indent="0">
              <a:buNone/>
            </a:pPr>
            <a:r>
              <a:rPr sz="1800" dirty="0"/>
              <a:t>• Tossing a coin → S = {Heads, Tails}</a:t>
            </a:r>
          </a:p>
          <a:p>
            <a:pPr marL="0" indent="0">
              <a:buNone/>
            </a:pPr>
            <a:r>
              <a:rPr sz="1800" dirty="0"/>
              <a:t>• Rolling a die → S = {1, 2, 3, 4, 5, 6}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sz="1800" dirty="0"/>
          </a:p>
          <a:p>
            <a:endParaRPr sz="18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6F6EB16-1A22-2DAB-EDEA-A2391F0989C0}"/>
              </a:ext>
            </a:extLst>
          </p:cNvPr>
          <p:cNvSpPr/>
          <p:nvPr/>
        </p:nvSpPr>
        <p:spPr>
          <a:xfrm>
            <a:off x="589548" y="2995863"/>
            <a:ext cx="7952873" cy="2959769"/>
          </a:xfrm>
          <a:prstGeom prst="roundRect">
            <a:avLst>
              <a:gd name="adj" fmla="val 57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An event is a subset of the sample space, representing specific outcomes.</a:t>
            </a:r>
          </a:p>
          <a:p>
            <a:r>
              <a:rPr lang="en-US" b="1" dirty="0">
                <a:solidFill>
                  <a:schemeClr val="tx1"/>
                </a:solidFill>
              </a:rPr>
              <a:t>Example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r>
              <a:rPr lang="en-US" dirty="0">
                <a:solidFill>
                  <a:schemeClr val="tx1"/>
                </a:solidFill>
              </a:rPr>
              <a:t>• Event A: Getting an even number when rolling a die → A = {2, 4, 6}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	    	Number of favorable outcomes</a:t>
            </a:r>
          </a:p>
          <a:p>
            <a:r>
              <a:rPr lang="en-US" dirty="0">
                <a:solidFill>
                  <a:schemeClr val="tx1"/>
                </a:solidFill>
              </a:rPr>
              <a:t>P(A) =    </a:t>
            </a:r>
          </a:p>
          <a:p>
            <a:r>
              <a:rPr lang="en-US" dirty="0">
                <a:solidFill>
                  <a:schemeClr val="tx1"/>
                </a:solidFill>
              </a:rPr>
              <a:t>			Total number of possible outcomes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P(A) = 3 / 6 = 1 / 2 = 0.5 = 50%</a:t>
            </a:r>
          </a:p>
          <a:p>
            <a:pPr algn="ctr"/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D511C0-36E7-4A8D-D26A-2E039D20EF85}"/>
              </a:ext>
            </a:extLst>
          </p:cNvPr>
          <p:cNvCxnSpPr/>
          <p:nvPr/>
        </p:nvCxnSpPr>
        <p:spPr>
          <a:xfrm>
            <a:off x="2073604" y="4605314"/>
            <a:ext cx="34930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07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2C9D4-1075-D990-DECC-631D0DF0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83BA02-A03C-323E-FCDA-3AFCAE03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Joint Probability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38C1DFE1-DF80-BCE2-A39F-8321F165DD6B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DFD229-99FA-D8DF-CE50-8412B85FE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7025"/>
            <a:ext cx="7886700" cy="1374776"/>
          </a:xfrm>
        </p:spPr>
        <p:txBody>
          <a:bodyPr>
            <a:normAutofit/>
          </a:bodyPr>
          <a:lstStyle/>
          <a:p>
            <a:r>
              <a:rPr sz="1800" dirty="0"/>
              <a:t>Joint probability represents the likelihood of two or more events occurring together.</a:t>
            </a:r>
          </a:p>
          <a:p>
            <a:r>
              <a:rPr sz="1800" dirty="0"/>
              <a:t>P(A ∩ B) or P(A, B)</a:t>
            </a:r>
            <a:r>
              <a:rPr lang="en-US" sz="1800" dirty="0"/>
              <a:t> or P(A and B)</a:t>
            </a:r>
            <a:r>
              <a:rPr sz="1800" dirty="0"/>
              <a:t> = Probability that both A and B occur.</a:t>
            </a:r>
          </a:p>
          <a:p>
            <a:endParaRPr lang="en-US" sz="1800" dirty="0"/>
          </a:p>
          <a:p>
            <a:endParaRPr sz="1800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BF76DF5D-641E-F6AD-2F49-0EF4251B8D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4768177"/>
              </p:ext>
            </p:extLst>
          </p:nvPr>
        </p:nvGraphicFramePr>
        <p:xfrm>
          <a:off x="628649" y="3022601"/>
          <a:ext cx="7661109" cy="1374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EAAE42-90AB-A82A-4381-DDF9AF24E177}"/>
              </a:ext>
            </a:extLst>
          </p:cNvPr>
          <p:cNvSpPr/>
          <p:nvPr/>
        </p:nvSpPr>
        <p:spPr>
          <a:xfrm>
            <a:off x="628650" y="4733694"/>
            <a:ext cx="7886699" cy="15998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90847CE-1C53-B523-22A1-BBBFF019AF5F}"/>
              </a:ext>
            </a:extLst>
          </p:cNvPr>
          <p:cNvSpPr txBox="1">
            <a:spLocks/>
          </p:cNvSpPr>
          <p:nvPr/>
        </p:nvSpPr>
        <p:spPr>
          <a:xfrm>
            <a:off x="914400" y="4931484"/>
            <a:ext cx="6510087" cy="10352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/>
              <a:t>P(black) = 26/52 = 1/2</a:t>
            </a:r>
          </a:p>
          <a:p>
            <a:r>
              <a:rPr lang="en-US" sz="1900" dirty="0"/>
              <a:t>P(4) = 1/52 </a:t>
            </a:r>
          </a:p>
          <a:p>
            <a:r>
              <a:rPr lang="en-US" sz="1900" dirty="0"/>
              <a:t>P(4,black) = 2/52 = 1/26</a:t>
            </a:r>
          </a:p>
          <a:p>
            <a:endParaRPr lang="en-US" sz="19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10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5931-23E7-4DD8-FA55-33975D01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1F52DF-E571-6643-08CC-9F0272E52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Conditional Probability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2990FD31-8573-70FE-D4BA-CBF1AAF4D274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DBBDF18-9090-6BC0-0065-D006E7E7A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084020"/>
            <a:ext cx="7886700" cy="2212975"/>
          </a:xfrm>
        </p:spPr>
        <p:txBody>
          <a:bodyPr>
            <a:normAutofit lnSpcReduction="10000"/>
          </a:bodyPr>
          <a:lstStyle/>
          <a:p>
            <a:r>
              <a:rPr sz="1800" dirty="0"/>
              <a:t>Conditional probability measures the likelihood of an event </a:t>
            </a:r>
            <a:r>
              <a:rPr sz="1800" b="1" dirty="0"/>
              <a:t>given </a:t>
            </a:r>
            <a:r>
              <a:rPr sz="1800" dirty="0"/>
              <a:t>that another event has occurred.</a:t>
            </a:r>
            <a:endParaRPr lang="en-US" sz="1800" dirty="0"/>
          </a:p>
          <a:p>
            <a:pPr marL="0" indent="0">
              <a:buNone/>
            </a:pPr>
            <a:endParaRPr lang="en-IN" sz="1800" dirty="0"/>
          </a:p>
          <a:p>
            <a:r>
              <a:rPr lang="en-IN" sz="1800" b="1" dirty="0"/>
              <a:t>Formula</a:t>
            </a:r>
            <a:r>
              <a:rPr lang="en-IN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		</a:t>
            </a:r>
            <a:r>
              <a:rPr sz="1800" dirty="0"/>
              <a:t>P(A|B) = P(A ∩ B) / P(B)</a:t>
            </a:r>
          </a:p>
          <a:p>
            <a:r>
              <a:rPr sz="1800" b="1" dirty="0"/>
              <a:t>Example</a:t>
            </a:r>
            <a:r>
              <a:rPr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		</a:t>
            </a:r>
            <a:r>
              <a:rPr sz="1800" dirty="0"/>
              <a:t>P(Spam | 'Free' word appears)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35630F7-385C-DA77-5AA2-E7062379E3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3099611"/>
              </p:ext>
            </p:extLst>
          </p:nvPr>
        </p:nvGraphicFramePr>
        <p:xfrm>
          <a:off x="628649" y="3296995"/>
          <a:ext cx="7886700" cy="1239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C8C353-982C-EDB8-8C04-98507997D858}"/>
              </a:ext>
            </a:extLst>
          </p:cNvPr>
          <p:cNvSpPr/>
          <p:nvPr/>
        </p:nvSpPr>
        <p:spPr>
          <a:xfrm>
            <a:off x="628652" y="4710068"/>
            <a:ext cx="7886699" cy="15998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P(4,black) = 1/26 - from earlier slide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P(black) = 26/52 = 1/2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P(4 | black) = P(4,black) / P(black)</a:t>
            </a:r>
          </a:p>
          <a:p>
            <a:r>
              <a:rPr lang="en-US" dirty="0">
                <a:solidFill>
                  <a:schemeClr val="tx1"/>
                </a:solidFill>
              </a:rPr>
              <a:t>      P(4 | black) =  ( 1/26 )  / (1/2)  = 1/13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79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075D-4E66-BD65-7189-7E39BAD5B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62973A-E628-4EE8-D9FB-09F94C9B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Bayes' Theorem</a:t>
            </a:r>
            <a:br>
              <a:rPr lang="en-US" sz="3200" b="1" dirty="0">
                <a:solidFill>
                  <a:schemeClr val="tx2"/>
                </a:solidFill>
              </a:rPr>
            </a:br>
            <a:r>
              <a:rPr lang="en-US" sz="3200" b="1" dirty="0">
                <a:solidFill>
                  <a:schemeClr val="tx2"/>
                </a:solidFill>
              </a:rPr>
              <a:t>Loan Default Prediction Example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3F23A35F-28B9-70D8-5620-71E217CE4FE4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81B6C-BB76-959A-6230-C39076DED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24" y="1440615"/>
            <a:ext cx="7886700" cy="1603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1800" dirty="0"/>
              <a:t>A bank uses a model to predict whether a loan applicant will default.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sz="1800" dirty="0"/>
              <a:t>Let:</a:t>
            </a:r>
          </a:p>
          <a:p>
            <a:r>
              <a:rPr sz="1800" dirty="0"/>
              <a:t>A: Borrower will default</a:t>
            </a:r>
          </a:p>
          <a:p>
            <a:r>
              <a:rPr sz="1800" dirty="0"/>
              <a:t>B: Model flags as 'High Risk'</a:t>
            </a:r>
          </a:p>
          <a:p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4A239C-DCBD-75D9-F2A5-D463CD80756F}"/>
              </a:ext>
            </a:extLst>
          </p:cNvPr>
          <p:cNvSpPr txBox="1">
            <a:spLocks/>
          </p:cNvSpPr>
          <p:nvPr/>
        </p:nvSpPr>
        <p:spPr>
          <a:xfrm>
            <a:off x="809124" y="3450493"/>
            <a:ext cx="7886700" cy="247650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P(A|B) = [ P(B|A) × P(A) ] / P(B)</a:t>
            </a:r>
          </a:p>
          <a:p>
            <a:endParaRPr lang="en-US" dirty="0"/>
          </a:p>
          <a:p>
            <a:r>
              <a:rPr lang="en-US" dirty="0"/>
              <a:t>Where:</a:t>
            </a:r>
          </a:p>
          <a:p>
            <a:r>
              <a:rPr lang="en-US" dirty="0"/>
              <a:t>- P(A|B): Probability of A given B (posterior)</a:t>
            </a:r>
          </a:p>
          <a:p>
            <a:r>
              <a:rPr lang="en-US" dirty="0"/>
              <a:t>- P(B|A): Probability of B given A (likelihood)</a:t>
            </a:r>
          </a:p>
          <a:p>
            <a:r>
              <a:rPr lang="en-US" dirty="0"/>
              <a:t>- P(A): Prior probability of A</a:t>
            </a:r>
          </a:p>
          <a:p>
            <a:r>
              <a:rPr lang="en-US" dirty="0"/>
              <a:t>- P(B): Total probability of B</a:t>
            </a:r>
          </a:p>
        </p:txBody>
      </p:sp>
    </p:spTree>
    <p:extLst>
      <p:ext uri="{BB962C8B-B14F-4D97-AF65-F5344CB8AC3E}">
        <p14:creationId xmlns:p14="http://schemas.microsoft.com/office/powerpoint/2010/main" val="1432194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5C31B-F7F9-72C9-3334-18547E1B5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BD3911-1275-51B4-9729-4D3943EF1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B5E5226-C7FB-4DB3-5340-274D10B4A74F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9CB108-FC06-465B-FEBF-1EC973ADC848}"/>
              </a:ext>
            </a:extLst>
          </p:cNvPr>
          <p:cNvSpPr txBox="1">
            <a:spLocks/>
          </p:cNvSpPr>
          <p:nvPr/>
        </p:nvSpPr>
        <p:spPr>
          <a:xfrm>
            <a:off x="745958" y="830138"/>
            <a:ext cx="8229600" cy="16364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latin typeface="+mn-lt"/>
                <a:ea typeface="+mn-ea"/>
                <a:cs typeface="+mn-cs"/>
              </a:rPr>
              <a:t>Given:</a:t>
            </a:r>
            <a:br>
              <a:rPr lang="en-US" sz="1800" dirty="0">
                <a:latin typeface="+mn-lt"/>
                <a:ea typeface="+mn-ea"/>
                <a:cs typeface="+mn-cs"/>
              </a:rPr>
            </a:br>
            <a:r>
              <a:rPr lang="en-US" sz="1800" dirty="0">
                <a:latin typeface="+mn-lt"/>
                <a:ea typeface="+mn-ea"/>
                <a:cs typeface="+mn-cs"/>
              </a:rPr>
              <a:t>- P(A) = 0.05 (5% of borrowers default)</a:t>
            </a:r>
            <a:br>
              <a:rPr lang="en-US" sz="1800" dirty="0">
                <a:latin typeface="+mn-lt"/>
                <a:ea typeface="+mn-ea"/>
                <a:cs typeface="+mn-cs"/>
              </a:rPr>
            </a:br>
            <a:r>
              <a:rPr lang="en-US" sz="1800" dirty="0">
                <a:latin typeface="+mn-lt"/>
                <a:ea typeface="+mn-ea"/>
                <a:cs typeface="+mn-cs"/>
              </a:rPr>
              <a:t>- P(B|A) = 0.90 (90% of defaulters flagged)</a:t>
            </a:r>
            <a:br>
              <a:rPr lang="en-US" sz="1800" dirty="0">
                <a:latin typeface="+mn-lt"/>
                <a:ea typeface="+mn-ea"/>
                <a:cs typeface="+mn-cs"/>
              </a:rPr>
            </a:br>
            <a:r>
              <a:rPr lang="en-US" sz="1800" dirty="0">
                <a:latin typeface="+mn-lt"/>
                <a:ea typeface="+mn-ea"/>
                <a:cs typeface="+mn-cs"/>
              </a:rPr>
              <a:t>- P(B|¬A) = 0.20 (20% of non-defaulters wrongly flagged)</a:t>
            </a:r>
            <a:br>
              <a:rPr lang="en-US" sz="1800" dirty="0">
                <a:latin typeface="+mn-lt"/>
                <a:ea typeface="+mn-ea"/>
                <a:cs typeface="+mn-cs"/>
              </a:rPr>
            </a:br>
            <a:endParaRPr lang="en-US" sz="180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6C8C00C3-60D3-31E4-6B12-51917F5F7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849708"/>
              </p:ext>
            </p:extLst>
          </p:nvPr>
        </p:nvGraphicFramePr>
        <p:xfrm>
          <a:off x="577516" y="1949116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097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8D7A1-12D0-CF96-D69B-83B29E918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CEC401-C537-A418-6E41-8BB12212F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E5EE06C0-E8D5-3AA6-C7D5-41639AF8D397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36E7F-A46D-0E66-2F51-630EA4B6C0F7}"/>
              </a:ext>
            </a:extLst>
          </p:cNvPr>
          <p:cNvSpPr txBox="1">
            <a:spLocks/>
          </p:cNvSpPr>
          <p:nvPr/>
        </p:nvSpPr>
        <p:spPr>
          <a:xfrm>
            <a:off x="1010652" y="1106457"/>
            <a:ext cx="73332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solidFill>
                  <a:schemeClr val="accent2"/>
                </a:solidFill>
                <a:latin typeface="+mn-lt"/>
              </a:rPr>
              <a:t>Step 1</a:t>
            </a:r>
            <a:r>
              <a:rPr lang="en-US" sz="1800" dirty="0">
                <a:solidFill>
                  <a:schemeClr val="accent2"/>
                </a:solidFill>
                <a:latin typeface="+mn-lt"/>
              </a:rPr>
              <a:t>: </a:t>
            </a:r>
            <a:r>
              <a:rPr lang="en-US" sz="1800" dirty="0">
                <a:latin typeface="+mn-lt"/>
              </a:rPr>
              <a:t>Compute Total Probability of Being Flagged as High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DAABC-90B6-60E5-3502-F2CC4BA28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652" y="2387256"/>
            <a:ext cx="7333248" cy="2848122"/>
          </a:xfrm>
          <a:ln>
            <a:noFill/>
          </a:ln>
        </p:spPr>
        <p:txBody>
          <a:bodyPr>
            <a:normAutofit/>
          </a:bodyPr>
          <a:lstStyle/>
          <a:p>
            <a:r>
              <a:rPr sz="1800" dirty="0"/>
              <a:t>P(B)</a:t>
            </a:r>
            <a:r>
              <a:rPr lang="en-US" sz="1800" dirty="0"/>
              <a:t>	</a:t>
            </a:r>
            <a:r>
              <a:rPr sz="1800" dirty="0"/>
              <a:t>= P(B|A)P(A) + P(B|¬A)P(¬A)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sz="1800" dirty="0"/>
              <a:t>     </a:t>
            </a:r>
            <a:r>
              <a:rPr lang="en-US" sz="1800" dirty="0"/>
              <a:t>	</a:t>
            </a:r>
            <a:r>
              <a:rPr sz="1800" dirty="0"/>
              <a:t>= (0.90)(0.05) + (0.20)(0.95)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		= 0.235</a:t>
            </a:r>
          </a:p>
        </p:txBody>
      </p:sp>
    </p:spTree>
    <p:extLst>
      <p:ext uri="{BB962C8B-B14F-4D97-AF65-F5344CB8AC3E}">
        <p14:creationId xmlns:p14="http://schemas.microsoft.com/office/powerpoint/2010/main" val="2139244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1603C-AA77-2F54-5AB4-A079D078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A67C01-018A-B5F3-FF14-8DE77E624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C49F6CB2-A61D-9FCB-ED07-B9E1603531DF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022D65-8BE7-DC5D-3264-5F37F129EC19}"/>
              </a:ext>
            </a:extLst>
          </p:cNvPr>
          <p:cNvSpPr txBox="1">
            <a:spLocks/>
          </p:cNvSpPr>
          <p:nvPr/>
        </p:nvSpPr>
        <p:spPr>
          <a:xfrm>
            <a:off x="914400" y="11231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1800" b="1" dirty="0">
                <a:solidFill>
                  <a:schemeClr val="accent2"/>
                </a:solidFill>
              </a:rPr>
              <a:t>Step 2</a:t>
            </a:r>
            <a:r>
              <a:rPr lang="it-IT" sz="1800" dirty="0"/>
              <a:t>: Compute Posterior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2A370-C0DF-C3AD-53C5-7D9C606A1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48678"/>
            <a:ext cx="7886700" cy="3644565"/>
          </a:xfrm>
          <a:ln>
            <a:noFill/>
          </a:ln>
        </p:spPr>
        <p:txBody>
          <a:bodyPr>
            <a:normAutofit/>
          </a:bodyPr>
          <a:lstStyle/>
          <a:p>
            <a:r>
              <a:rPr sz="1800" dirty="0"/>
              <a:t>P(A|B)</a:t>
            </a:r>
            <a:r>
              <a:rPr lang="en-US" sz="1800" dirty="0"/>
              <a:t> </a:t>
            </a:r>
            <a:r>
              <a:rPr sz="1800" dirty="0"/>
              <a:t>= [ P(B|A) × P(A) ] / P(B)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		  = (0.90 × 0.05) / 0.235</a:t>
            </a:r>
          </a:p>
          <a:p>
            <a:pPr marL="0" indent="0">
              <a:buNone/>
            </a:pPr>
            <a:r>
              <a:rPr lang="en-IN" sz="1800" dirty="0"/>
              <a:t>		  ≈ 0.19 (19%)</a:t>
            </a:r>
          </a:p>
          <a:p>
            <a:endParaRPr sz="1800" dirty="0"/>
          </a:p>
          <a:p>
            <a:r>
              <a:rPr sz="1800" b="1" dirty="0"/>
              <a:t>Interpretation</a:t>
            </a:r>
            <a:r>
              <a:rPr sz="1800" dirty="0"/>
              <a:t>: Even if the model flags someone as 'high risk', they actually have only a 19% chance of defaulting.</a:t>
            </a:r>
          </a:p>
        </p:txBody>
      </p:sp>
    </p:spTree>
    <p:extLst>
      <p:ext uri="{BB962C8B-B14F-4D97-AF65-F5344CB8AC3E}">
        <p14:creationId xmlns:p14="http://schemas.microsoft.com/office/powerpoint/2010/main" val="2093043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5993-0285-9386-A8F5-BD582F61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C2CCB6-79E2-0C01-06CB-C910C304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Intuition and Real-World Use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A61306C-3341-FD5D-275A-287172389B33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ACC99AE-6C24-8D6C-B7D3-DC2A14842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92" y="1253330"/>
            <a:ext cx="7886700" cy="4798553"/>
          </a:xfrm>
        </p:spPr>
        <p:txBody>
          <a:bodyPr>
            <a:noAutofit/>
          </a:bodyPr>
          <a:lstStyle/>
          <a:p>
            <a:r>
              <a:rPr sz="2000" dirty="0"/>
              <a:t>Bayes’ theorem updates beliefs with new evidence:</a:t>
            </a:r>
          </a:p>
          <a:p>
            <a:endParaRPr sz="2000" dirty="0"/>
          </a:p>
          <a:p>
            <a:r>
              <a:rPr sz="2000" dirty="0"/>
              <a:t>- Prior: 5% default rate</a:t>
            </a:r>
          </a:p>
          <a:p>
            <a:r>
              <a:rPr sz="2000" dirty="0"/>
              <a:t>- Evidence: 'High-risk' flag</a:t>
            </a:r>
          </a:p>
          <a:p>
            <a:r>
              <a:rPr sz="2000" dirty="0"/>
              <a:t>- Posterior: 19% chance of default</a:t>
            </a:r>
          </a:p>
          <a:p>
            <a:endParaRPr sz="2000" dirty="0"/>
          </a:p>
          <a:p>
            <a:pPr marL="0" indent="0">
              <a:buNone/>
            </a:pPr>
            <a:r>
              <a:rPr sz="2000" b="1" dirty="0"/>
              <a:t>Applications</a:t>
            </a:r>
            <a:r>
              <a:rPr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sz="2000" dirty="0"/>
              <a:t>• Credit scoring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sz="2000" dirty="0"/>
              <a:t>• Fraud detection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sz="2000" dirty="0"/>
              <a:t>• Market forecasting</a:t>
            </a:r>
          </a:p>
        </p:txBody>
      </p:sp>
    </p:spTree>
    <p:extLst>
      <p:ext uri="{BB962C8B-B14F-4D97-AF65-F5344CB8AC3E}">
        <p14:creationId xmlns:p14="http://schemas.microsoft.com/office/powerpoint/2010/main" val="3974555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2B9F-3F41-BA7A-82F4-E2541A11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16C42C-4FB7-D370-EF40-D1339227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Applications in Machine Learning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B0C1B84-41D5-0E43-1304-1E2CA8D85AAD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EBFA927-8173-43A8-5C7D-BE8CCD6D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53331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Probability is the backbone of many ML methods:</a:t>
            </a:r>
          </a:p>
          <a:p>
            <a:endParaRPr sz="2000" dirty="0"/>
          </a:p>
          <a:p>
            <a:r>
              <a:rPr sz="2000" dirty="0"/>
              <a:t>Naive Bayes Classifier → Based on conditional probabilities</a:t>
            </a:r>
            <a:endParaRPr lang="en-US" sz="2000" dirty="0"/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Hidden Markov Models → Use joint and </a:t>
            </a:r>
            <a:r>
              <a:rPr lang="en-IN" sz="2000" dirty="0"/>
              <a:t>c</a:t>
            </a:r>
            <a:r>
              <a:rPr sz="2000" dirty="0"/>
              <a:t>conditional probabilities for sequence model</a:t>
            </a:r>
            <a:r>
              <a:rPr lang="en-IN" sz="2000" dirty="0"/>
              <a:t>l</a:t>
            </a:r>
            <a:r>
              <a:rPr sz="2000" dirty="0" err="1"/>
              <a:t>ing</a:t>
            </a:r>
            <a:endParaRPr lang="en-US" sz="2000" dirty="0"/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 Bayesian Networks → Represent dependencies using probabilistic</a:t>
            </a:r>
            <a:endParaRPr lang="en-US" sz="2000" dirty="0"/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sz="2000" dirty="0"/>
              <a:t>graphs</a:t>
            </a:r>
            <a:endParaRPr lang="en-US" sz="2000" dirty="0"/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Probabilistic Deep Learning → Models uncertainty in predictions</a:t>
            </a:r>
          </a:p>
        </p:txBody>
      </p:sp>
    </p:spTree>
    <p:extLst>
      <p:ext uri="{BB962C8B-B14F-4D97-AF65-F5344CB8AC3E}">
        <p14:creationId xmlns:p14="http://schemas.microsoft.com/office/powerpoint/2010/main" val="360780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9847-009F-A1BF-A807-59B4BFCE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5DBFF-AB88-74F6-FC56-48F2898BB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4341"/>
            <a:ext cx="8229600" cy="3498112"/>
          </a:xfrm>
        </p:spPr>
        <p:txBody>
          <a:bodyPr>
            <a:normAutofit/>
          </a:bodyPr>
          <a:lstStyle/>
          <a:p>
            <a:pPr marL="0" indent="0" algn="ctr">
              <a:spcBef>
                <a:spcPct val="0"/>
              </a:spcBef>
              <a:buNone/>
              <a:defRPr sz="3600" b="1">
                <a:solidFill>
                  <a:srgbClr val="203764"/>
                </a:solidFill>
              </a:defRPr>
            </a:pPr>
            <a:endParaRPr lang="en-US" sz="66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  <a:defRPr sz="3600" b="1">
                <a:solidFill>
                  <a:srgbClr val="203764"/>
                </a:solidFill>
              </a:defRPr>
            </a:pPr>
            <a:r>
              <a:rPr lang="en-US" sz="6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sz="6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YOU</a:t>
            </a:r>
          </a:p>
          <a:p>
            <a:pPr marL="0" indent="0" algn="ctr">
              <a:buNone/>
              <a:defRPr sz="1800">
                <a:solidFill>
                  <a:srgbClr val="404040"/>
                </a:solidFill>
              </a:defRPr>
            </a:pPr>
            <a:endParaRPr sz="6600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AB237315-27CA-65F7-63BC-339E0B7FE0CA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98C0FCA3-7537-03A8-2E3D-F6B15A90D8A9}"/>
              </a:ext>
            </a:extLst>
          </p:cNvPr>
          <p:cNvSpPr/>
          <p:nvPr/>
        </p:nvSpPr>
        <p:spPr>
          <a:xfrm rot="19936319">
            <a:off x="1654539" y="1789468"/>
            <a:ext cx="1777208" cy="4149847"/>
          </a:xfrm>
          <a:prstGeom prst="halfFram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60477082-F477-D004-316E-BA28471CC7E4}"/>
              </a:ext>
            </a:extLst>
          </p:cNvPr>
          <p:cNvSpPr/>
          <p:nvPr/>
        </p:nvSpPr>
        <p:spPr>
          <a:xfrm rot="9195688">
            <a:off x="5535579" y="564908"/>
            <a:ext cx="1777208" cy="4200245"/>
          </a:xfrm>
          <a:prstGeom prst="halfFram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FABAA-2CEA-B72F-1FB7-EE616D7299E3}"/>
              </a:ext>
            </a:extLst>
          </p:cNvPr>
          <p:cNvCxnSpPr>
            <a:cxnSpLocks/>
          </p:cNvCxnSpPr>
          <p:nvPr/>
        </p:nvCxnSpPr>
        <p:spPr>
          <a:xfrm>
            <a:off x="637953" y="2498651"/>
            <a:ext cx="1905190" cy="367777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9B52F6-DA2B-E6DE-781F-A2659D0BA3B6}"/>
              </a:ext>
            </a:extLst>
          </p:cNvPr>
          <p:cNvCxnSpPr>
            <a:cxnSpLocks/>
          </p:cNvCxnSpPr>
          <p:nvPr/>
        </p:nvCxnSpPr>
        <p:spPr>
          <a:xfrm>
            <a:off x="6376058" y="283899"/>
            <a:ext cx="1928647" cy="377140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20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938</Words>
  <Application>Microsoft Office PowerPoint</Application>
  <PresentationFormat>On-screen Show (4:3)</PresentationFormat>
  <Paragraphs>134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Probability in Machine Learning</vt:lpstr>
      <vt:lpstr>Sample Space and events</vt:lpstr>
      <vt:lpstr>Joint Probability</vt:lpstr>
      <vt:lpstr>Conditional Probability</vt:lpstr>
      <vt:lpstr>Bayes' Theorem Loan Default Prediction Example</vt:lpstr>
      <vt:lpstr>PowerPoint Presentation</vt:lpstr>
      <vt:lpstr>PowerPoint Presentation</vt:lpstr>
      <vt:lpstr>PowerPoint Presentation</vt:lpstr>
      <vt:lpstr>Intuition and Real-World Use</vt:lpstr>
      <vt:lpstr>Applications in Machine Learning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satyajit joshi</cp:lastModifiedBy>
  <cp:revision>139</cp:revision>
  <dcterms:created xsi:type="dcterms:W3CDTF">2013-01-27T09:14:16Z</dcterms:created>
  <dcterms:modified xsi:type="dcterms:W3CDTF">2026-01-09T12:25:08Z</dcterms:modified>
  <cp:category/>
</cp:coreProperties>
</file>